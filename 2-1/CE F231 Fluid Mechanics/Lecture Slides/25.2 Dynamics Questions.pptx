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8" r:id="rId1"/>
    <p:sldMasterId id="2147484012" r:id="rId2"/>
  </p:sldMasterIdLst>
  <p:notesMasterIdLst>
    <p:notesMasterId r:id="rId31"/>
  </p:notesMasterIdLst>
  <p:sldIdLst>
    <p:sldId id="260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80" r:id="rId19"/>
    <p:sldId id="278" r:id="rId20"/>
    <p:sldId id="283" r:id="rId21"/>
    <p:sldId id="281" r:id="rId22"/>
    <p:sldId id="282" r:id="rId23"/>
    <p:sldId id="284" r:id="rId24"/>
    <p:sldId id="285" r:id="rId25"/>
    <p:sldId id="286" r:id="rId26"/>
    <p:sldId id="287" r:id="rId27"/>
    <p:sldId id="288" r:id="rId28"/>
    <p:sldId id="289" r:id="rId29"/>
    <p:sldId id="29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2E7B3-05DB-46A0-B2C0-0B451F336178}" v="63" dt="2023-11-03T03:07:47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lva Balaji M" userId="ced1249192a553ce" providerId="LiveId" clId="{1852E7B3-05DB-46A0-B2C0-0B451F336178}"/>
    <pc:docChg chg="undo custSel addSld delSld modSld sldOrd">
      <pc:chgData name="Selva Balaji M" userId="ced1249192a553ce" providerId="LiveId" clId="{1852E7B3-05DB-46A0-B2C0-0B451F336178}" dt="2023-11-03T03:11:44.908" v="596" actId="14100"/>
      <pc:docMkLst>
        <pc:docMk/>
      </pc:docMkLst>
      <pc:sldChg chg="modSp mod">
        <pc:chgData name="Selva Balaji M" userId="ced1249192a553ce" providerId="LiveId" clId="{1852E7B3-05DB-46A0-B2C0-0B451F336178}" dt="2023-11-02T10:21:32.740" v="546" actId="20577"/>
        <pc:sldMkLst>
          <pc:docMk/>
          <pc:sldMk cId="0" sldId="260"/>
        </pc:sldMkLst>
        <pc:spChg chg="mod">
          <ac:chgData name="Selva Balaji M" userId="ced1249192a553ce" providerId="LiveId" clId="{1852E7B3-05DB-46A0-B2C0-0B451F336178}" dt="2023-11-02T10:21:32.740" v="546" actId="20577"/>
          <ac:spMkLst>
            <pc:docMk/>
            <pc:sldMk cId="0" sldId="260"/>
            <ac:spMk id="5" creationId="{A007095E-1FB9-72A3-39E1-16BBDB292B1B}"/>
          </ac:spMkLst>
        </pc:spChg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0" sldId="261"/>
        </pc:sldMkLst>
      </pc:sldChg>
      <pc:sldChg chg="del">
        <pc:chgData name="Selva Balaji M" userId="ced1249192a553ce" providerId="LiveId" clId="{1852E7B3-05DB-46A0-B2C0-0B451F336178}" dt="2023-09-19T15:03:53.011" v="0" actId="2696"/>
        <pc:sldMkLst>
          <pc:docMk/>
          <pc:sldMk cId="2613527210" sldId="262"/>
        </pc:sldMkLst>
      </pc:sldChg>
      <pc:sldChg chg="del">
        <pc:chgData name="Selva Balaji M" userId="ced1249192a553ce" providerId="LiveId" clId="{1852E7B3-05DB-46A0-B2C0-0B451F336178}" dt="2023-11-02T06:02:37.166" v="12" actId="47"/>
        <pc:sldMkLst>
          <pc:docMk/>
          <pc:sldMk cId="4132072889" sldId="263"/>
        </pc:sldMkLst>
      </pc:sldChg>
      <pc:sldChg chg="addSp modSp mod">
        <pc:chgData name="Selva Balaji M" userId="ced1249192a553ce" providerId="LiveId" clId="{1852E7B3-05DB-46A0-B2C0-0B451F336178}" dt="2023-11-02T07:05:55.980" v="241" actId="14100"/>
        <pc:sldMkLst>
          <pc:docMk/>
          <pc:sldMk cId="3627135429" sldId="264"/>
        </pc:sldMkLst>
        <pc:spChg chg="mod">
          <ac:chgData name="Selva Balaji M" userId="ced1249192a553ce" providerId="LiveId" clId="{1852E7B3-05DB-46A0-B2C0-0B451F336178}" dt="2023-11-02T06:03:17.316" v="35" actId="20577"/>
          <ac:spMkLst>
            <pc:docMk/>
            <pc:sldMk cId="3627135429" sldId="264"/>
            <ac:spMk id="4" creationId="{D2AD7530-A89A-B6C5-42E3-4D2C815992D6}"/>
          </ac:spMkLst>
        </pc:spChg>
        <pc:spChg chg="mod">
          <ac:chgData name="Selva Balaji M" userId="ced1249192a553ce" providerId="LiveId" clId="{1852E7B3-05DB-46A0-B2C0-0B451F336178}" dt="2023-11-02T07:05:08.985" v="236" actId="20577"/>
          <ac:spMkLst>
            <pc:docMk/>
            <pc:sldMk cId="3627135429" sldId="264"/>
            <ac:spMk id="5" creationId="{CE2C7252-006B-DCB4-9C21-0B53D7756C79}"/>
          </ac:spMkLst>
        </pc:spChg>
        <pc:picChg chg="add mod">
          <ac:chgData name="Selva Balaji M" userId="ced1249192a553ce" providerId="LiveId" clId="{1852E7B3-05DB-46A0-B2C0-0B451F336178}" dt="2023-11-02T07:05:14.116" v="238" actId="1076"/>
          <ac:picMkLst>
            <pc:docMk/>
            <pc:sldMk cId="3627135429" sldId="264"/>
            <ac:picMk id="3" creationId="{B82394FC-445E-ABB9-8175-669667939B88}"/>
          </ac:picMkLst>
        </pc:picChg>
        <pc:picChg chg="add mod">
          <ac:chgData name="Selva Balaji M" userId="ced1249192a553ce" providerId="LiveId" clId="{1852E7B3-05DB-46A0-B2C0-0B451F336178}" dt="2023-11-02T07:05:55.980" v="241" actId="14100"/>
          <ac:picMkLst>
            <pc:docMk/>
            <pc:sldMk cId="3627135429" sldId="264"/>
            <ac:picMk id="8" creationId="{1ECEAED7-29E9-933A-4C62-A699A68B63D4}"/>
          </ac:picMkLst>
        </pc:picChg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1714067400" sldId="265"/>
        </pc:sldMkLst>
      </pc:sldChg>
      <pc:sldChg chg="addSp delSp modSp add mod">
        <pc:chgData name="Selva Balaji M" userId="ced1249192a553ce" providerId="LiveId" clId="{1852E7B3-05DB-46A0-B2C0-0B451F336178}" dt="2023-11-02T07:08:10.868" v="340" actId="1076"/>
        <pc:sldMkLst>
          <pc:docMk/>
          <pc:sldMk cId="2093533241" sldId="265"/>
        </pc:sldMkLst>
        <pc:spChg chg="mod">
          <ac:chgData name="Selva Balaji M" userId="ced1249192a553ce" providerId="LiveId" clId="{1852E7B3-05DB-46A0-B2C0-0B451F336178}" dt="2023-11-02T07:07:23.037" v="332" actId="20577"/>
          <ac:spMkLst>
            <pc:docMk/>
            <pc:sldMk cId="2093533241" sldId="265"/>
            <ac:spMk id="4" creationId="{D2AD7530-A89A-B6C5-42E3-4D2C815992D6}"/>
          </ac:spMkLst>
        </pc:spChg>
        <pc:spChg chg="del mod">
          <ac:chgData name="Selva Balaji M" userId="ced1249192a553ce" providerId="LiveId" clId="{1852E7B3-05DB-46A0-B2C0-0B451F336178}" dt="2023-11-02T07:06:26.749" v="244" actId="22"/>
          <ac:spMkLst>
            <pc:docMk/>
            <pc:sldMk cId="2093533241" sldId="265"/>
            <ac:spMk id="5" creationId="{CE2C7252-006B-DCB4-9C21-0B53D7756C79}"/>
          </ac:spMkLst>
        </pc:spChg>
        <pc:picChg chg="add mod ord">
          <ac:chgData name="Selva Balaji M" userId="ced1249192a553ce" providerId="LiveId" clId="{1852E7B3-05DB-46A0-B2C0-0B451F336178}" dt="2023-11-02T07:07:09.125" v="286" actId="1035"/>
          <ac:picMkLst>
            <pc:docMk/>
            <pc:sldMk cId="2093533241" sldId="265"/>
            <ac:picMk id="6" creationId="{15892D0A-35A7-F6E6-D638-6CF45AA1CD65}"/>
          </ac:picMkLst>
        </pc:picChg>
        <pc:picChg chg="add mod">
          <ac:chgData name="Selva Balaji M" userId="ced1249192a553ce" providerId="LiveId" clId="{1852E7B3-05DB-46A0-B2C0-0B451F336178}" dt="2023-11-02T07:07:05.193" v="268" actId="1035"/>
          <ac:picMkLst>
            <pc:docMk/>
            <pc:sldMk cId="2093533241" sldId="265"/>
            <ac:picMk id="10" creationId="{5FB19B9C-2B9A-1E14-101E-5D00B21BAE95}"/>
          </ac:picMkLst>
        </pc:picChg>
        <pc:picChg chg="add mod">
          <ac:chgData name="Selva Balaji M" userId="ced1249192a553ce" providerId="LiveId" clId="{1852E7B3-05DB-46A0-B2C0-0B451F336178}" dt="2023-11-02T07:07:48.898" v="336" actId="1076"/>
          <ac:picMkLst>
            <pc:docMk/>
            <pc:sldMk cId="2093533241" sldId="265"/>
            <ac:picMk id="12" creationId="{26DBFD16-51D9-4FB9-5CEB-DD8BBC8DCF1D}"/>
          </ac:picMkLst>
        </pc:picChg>
        <pc:picChg chg="add mod">
          <ac:chgData name="Selva Balaji M" userId="ced1249192a553ce" providerId="LiveId" clId="{1852E7B3-05DB-46A0-B2C0-0B451F336178}" dt="2023-11-02T07:08:10.868" v="340" actId="1076"/>
          <ac:picMkLst>
            <pc:docMk/>
            <pc:sldMk cId="2093533241" sldId="265"/>
            <ac:picMk id="14" creationId="{4681515F-A89A-1CED-8324-E94AF96E3CD7}"/>
          </ac:picMkLst>
        </pc:picChg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2587138748" sldId="266"/>
        </pc:sldMkLst>
      </pc:sldChg>
      <pc:sldChg chg="addSp delSp modSp add mod">
        <pc:chgData name="Selva Balaji M" userId="ced1249192a553ce" providerId="LiveId" clId="{1852E7B3-05DB-46A0-B2C0-0B451F336178}" dt="2023-11-02T07:10:12.579" v="380" actId="20577"/>
        <pc:sldMkLst>
          <pc:docMk/>
          <pc:sldMk cId="2767311038" sldId="266"/>
        </pc:sldMkLst>
        <pc:spChg chg="add mod">
          <ac:chgData name="Selva Balaji M" userId="ced1249192a553ce" providerId="LiveId" clId="{1852E7B3-05DB-46A0-B2C0-0B451F336178}" dt="2023-11-02T07:09:26.370" v="344" actId="478"/>
          <ac:spMkLst>
            <pc:docMk/>
            <pc:sldMk cId="2767311038" sldId="266"/>
            <ac:spMk id="5" creationId="{7300C528-43C0-5F4F-C945-EF5999D585C0}"/>
          </ac:spMkLst>
        </pc:spChg>
        <pc:spChg chg="del">
          <ac:chgData name="Selva Balaji M" userId="ced1249192a553ce" providerId="LiveId" clId="{1852E7B3-05DB-46A0-B2C0-0B451F336178}" dt="2023-11-02T07:09:26.370" v="344" actId="478"/>
          <ac:spMkLst>
            <pc:docMk/>
            <pc:sldMk cId="2767311038" sldId="266"/>
            <ac:spMk id="7" creationId="{C3825939-8454-256E-46F0-96CF9D5627D4}"/>
          </ac:spMkLst>
        </pc:spChg>
        <pc:spChg chg="add mod">
          <ac:chgData name="Selva Balaji M" userId="ced1249192a553ce" providerId="LiveId" clId="{1852E7B3-05DB-46A0-B2C0-0B451F336178}" dt="2023-11-02T07:10:12.579" v="380" actId="20577"/>
          <ac:spMkLst>
            <pc:docMk/>
            <pc:sldMk cId="2767311038" sldId="266"/>
            <ac:spMk id="13" creationId="{C462DA65-109D-B9D4-B118-1577E681FA73}"/>
          </ac:spMkLst>
        </pc:spChg>
        <pc:picChg chg="del">
          <ac:chgData name="Selva Balaji M" userId="ced1249192a553ce" providerId="LiveId" clId="{1852E7B3-05DB-46A0-B2C0-0B451F336178}" dt="2023-11-02T07:09:26.370" v="344" actId="478"/>
          <ac:picMkLst>
            <pc:docMk/>
            <pc:sldMk cId="2767311038" sldId="266"/>
            <ac:picMk id="3" creationId="{B82394FC-445E-ABB9-8175-669667939B88}"/>
          </ac:picMkLst>
        </pc:picChg>
        <pc:picChg chg="del">
          <ac:chgData name="Selva Balaji M" userId="ced1249192a553ce" providerId="LiveId" clId="{1852E7B3-05DB-46A0-B2C0-0B451F336178}" dt="2023-11-02T07:09:26.370" v="344" actId="478"/>
          <ac:picMkLst>
            <pc:docMk/>
            <pc:sldMk cId="2767311038" sldId="266"/>
            <ac:picMk id="6" creationId="{15892D0A-35A7-F6E6-D638-6CF45AA1CD65}"/>
          </ac:picMkLst>
        </pc:picChg>
        <pc:picChg chg="del">
          <ac:chgData name="Selva Balaji M" userId="ced1249192a553ce" providerId="LiveId" clId="{1852E7B3-05DB-46A0-B2C0-0B451F336178}" dt="2023-11-02T07:09:19.485" v="342" actId="478"/>
          <ac:picMkLst>
            <pc:docMk/>
            <pc:sldMk cId="2767311038" sldId="266"/>
            <ac:picMk id="8" creationId="{1ECEAED7-29E9-933A-4C62-A699A68B63D4}"/>
          </ac:picMkLst>
        </pc:picChg>
        <pc:picChg chg="del">
          <ac:chgData name="Selva Balaji M" userId="ced1249192a553ce" providerId="LiveId" clId="{1852E7B3-05DB-46A0-B2C0-0B451F336178}" dt="2023-11-02T07:09:26.370" v="344" actId="478"/>
          <ac:picMkLst>
            <pc:docMk/>
            <pc:sldMk cId="2767311038" sldId="266"/>
            <ac:picMk id="10" creationId="{5FB19B9C-2B9A-1E14-101E-5D00B21BAE95}"/>
          </ac:picMkLst>
        </pc:picChg>
        <pc:picChg chg="add mod">
          <ac:chgData name="Selva Balaji M" userId="ced1249192a553ce" providerId="LiveId" clId="{1852E7B3-05DB-46A0-B2C0-0B451F336178}" dt="2023-11-02T07:09:57.779" v="347" actId="14100"/>
          <ac:picMkLst>
            <pc:docMk/>
            <pc:sldMk cId="2767311038" sldId="266"/>
            <ac:picMk id="11" creationId="{708DE7FB-6CFA-AABA-CA2D-3DA960AC348A}"/>
          </ac:picMkLst>
        </pc:picChg>
        <pc:picChg chg="del">
          <ac:chgData name="Selva Balaji M" userId="ced1249192a553ce" providerId="LiveId" clId="{1852E7B3-05DB-46A0-B2C0-0B451F336178}" dt="2023-11-02T07:09:21.169" v="343" actId="478"/>
          <ac:picMkLst>
            <pc:docMk/>
            <pc:sldMk cId="2767311038" sldId="266"/>
            <ac:picMk id="12" creationId="{26DBFD16-51D9-4FB9-5CEB-DD8BBC8DCF1D}"/>
          </ac:picMkLst>
        </pc:picChg>
        <pc:picChg chg="del">
          <ac:chgData name="Selva Balaji M" userId="ced1249192a553ce" providerId="LiveId" clId="{1852E7B3-05DB-46A0-B2C0-0B451F336178}" dt="2023-11-02T07:09:26.370" v="344" actId="478"/>
          <ac:picMkLst>
            <pc:docMk/>
            <pc:sldMk cId="2767311038" sldId="266"/>
            <ac:picMk id="14" creationId="{4681515F-A89A-1CED-8324-E94AF96E3CD7}"/>
          </ac:picMkLst>
        </pc:picChg>
      </pc:sldChg>
      <pc:sldChg chg="new del ord">
        <pc:chgData name="Selva Balaji M" userId="ced1249192a553ce" providerId="LiveId" clId="{1852E7B3-05DB-46A0-B2C0-0B451F336178}" dt="2023-11-02T07:11:34.432" v="384" actId="47"/>
        <pc:sldMkLst>
          <pc:docMk/>
          <pc:sldMk cId="1741597702" sldId="267"/>
        </pc:sldMkLst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1941878388" sldId="267"/>
        </pc:sldMkLst>
      </pc:sldChg>
      <pc:sldChg chg="addSp delSp modSp add mod ord modAnim">
        <pc:chgData name="Selva Balaji M" userId="ced1249192a553ce" providerId="LiveId" clId="{1852E7B3-05DB-46A0-B2C0-0B451F336178}" dt="2023-11-02T07:15:53.531" v="417"/>
        <pc:sldMkLst>
          <pc:docMk/>
          <pc:sldMk cId="2082072802" sldId="267"/>
        </pc:sldMkLst>
        <pc:spChg chg="add del mod">
          <ac:chgData name="Selva Balaji M" userId="ced1249192a553ce" providerId="LiveId" clId="{1852E7B3-05DB-46A0-B2C0-0B451F336178}" dt="2023-11-02T07:14:14.473" v="409" actId="22"/>
          <ac:spMkLst>
            <pc:docMk/>
            <pc:sldMk cId="2082072802" sldId="267"/>
            <ac:spMk id="5" creationId="{846D8DD7-A217-0CCE-B314-F76F71613C0C}"/>
          </ac:spMkLst>
        </pc:spChg>
        <pc:spChg chg="del">
          <ac:chgData name="Selva Balaji M" userId="ced1249192a553ce" providerId="LiveId" clId="{1852E7B3-05DB-46A0-B2C0-0B451F336178}" dt="2023-11-02T07:12:09.618" v="388" actId="478"/>
          <ac:spMkLst>
            <pc:docMk/>
            <pc:sldMk cId="2082072802" sldId="267"/>
            <ac:spMk id="7" creationId="{C3825939-8454-256E-46F0-96CF9D5627D4}"/>
          </ac:spMkLst>
        </pc:spChg>
        <pc:spChg chg="add mod">
          <ac:chgData name="Selva Balaji M" userId="ced1249192a553ce" providerId="LiveId" clId="{1852E7B3-05DB-46A0-B2C0-0B451F336178}" dt="2023-11-02T07:15:23.737" v="413" actId="1076"/>
          <ac:spMkLst>
            <pc:docMk/>
            <pc:sldMk cId="2082072802" sldId="267"/>
            <ac:spMk id="15" creationId="{0FC6B365-7863-6766-7E5A-9F545A2B4363}"/>
          </ac:spMkLst>
        </pc:spChg>
        <pc:picChg chg="del">
          <ac:chgData name="Selva Balaji M" userId="ced1249192a553ce" providerId="LiveId" clId="{1852E7B3-05DB-46A0-B2C0-0B451F336178}" dt="2023-11-02T07:12:09.618" v="388" actId="478"/>
          <ac:picMkLst>
            <pc:docMk/>
            <pc:sldMk cId="2082072802" sldId="267"/>
            <ac:picMk id="3" creationId="{B82394FC-445E-ABB9-8175-669667939B88}"/>
          </ac:picMkLst>
        </pc:picChg>
        <pc:picChg chg="del">
          <ac:chgData name="Selva Balaji M" userId="ced1249192a553ce" providerId="LiveId" clId="{1852E7B3-05DB-46A0-B2C0-0B451F336178}" dt="2023-11-02T07:12:09.618" v="388" actId="478"/>
          <ac:picMkLst>
            <pc:docMk/>
            <pc:sldMk cId="2082072802" sldId="267"/>
            <ac:picMk id="6" creationId="{15892D0A-35A7-F6E6-D638-6CF45AA1CD65}"/>
          </ac:picMkLst>
        </pc:picChg>
        <pc:picChg chg="del">
          <ac:chgData name="Selva Balaji M" userId="ced1249192a553ce" providerId="LiveId" clId="{1852E7B3-05DB-46A0-B2C0-0B451F336178}" dt="2023-11-02T07:12:09.618" v="388" actId="478"/>
          <ac:picMkLst>
            <pc:docMk/>
            <pc:sldMk cId="2082072802" sldId="267"/>
            <ac:picMk id="8" creationId="{1ECEAED7-29E9-933A-4C62-A699A68B63D4}"/>
          </ac:picMkLst>
        </pc:picChg>
        <pc:picChg chg="del">
          <ac:chgData name="Selva Balaji M" userId="ced1249192a553ce" providerId="LiveId" clId="{1852E7B3-05DB-46A0-B2C0-0B451F336178}" dt="2023-11-02T07:12:09.618" v="388" actId="478"/>
          <ac:picMkLst>
            <pc:docMk/>
            <pc:sldMk cId="2082072802" sldId="267"/>
            <ac:picMk id="10" creationId="{5FB19B9C-2B9A-1E14-101E-5D00B21BAE95}"/>
          </ac:picMkLst>
        </pc:picChg>
        <pc:picChg chg="add mod">
          <ac:chgData name="Selva Balaji M" userId="ced1249192a553ce" providerId="LiveId" clId="{1852E7B3-05DB-46A0-B2C0-0B451F336178}" dt="2023-11-02T07:13:44.336" v="404" actId="14100"/>
          <ac:picMkLst>
            <pc:docMk/>
            <pc:sldMk cId="2082072802" sldId="267"/>
            <ac:picMk id="11" creationId="{4E775982-F431-00C0-ACBA-24F45F1568B8}"/>
          </ac:picMkLst>
        </pc:picChg>
        <pc:picChg chg="del">
          <ac:chgData name="Selva Balaji M" userId="ced1249192a553ce" providerId="LiveId" clId="{1852E7B3-05DB-46A0-B2C0-0B451F336178}" dt="2023-11-02T07:12:09.618" v="388" actId="478"/>
          <ac:picMkLst>
            <pc:docMk/>
            <pc:sldMk cId="2082072802" sldId="267"/>
            <ac:picMk id="12" creationId="{26DBFD16-51D9-4FB9-5CEB-DD8BBC8DCF1D}"/>
          </ac:picMkLst>
        </pc:picChg>
        <pc:picChg chg="del">
          <ac:chgData name="Selva Balaji M" userId="ced1249192a553ce" providerId="LiveId" clId="{1852E7B3-05DB-46A0-B2C0-0B451F336178}" dt="2023-11-02T07:12:09.618" v="388" actId="478"/>
          <ac:picMkLst>
            <pc:docMk/>
            <pc:sldMk cId="2082072802" sldId="267"/>
            <ac:picMk id="14" creationId="{4681515F-A89A-1CED-8324-E94AF96E3CD7}"/>
          </ac:picMkLst>
        </pc:picChg>
        <pc:picChg chg="add mod">
          <ac:chgData name="Selva Balaji M" userId="ced1249192a553ce" providerId="LiveId" clId="{1852E7B3-05DB-46A0-B2C0-0B451F336178}" dt="2023-11-02T07:13:53.874" v="408" actId="14100"/>
          <ac:picMkLst>
            <pc:docMk/>
            <pc:sldMk cId="2082072802" sldId="267"/>
            <ac:picMk id="17" creationId="{842CAED1-3F7A-3B47-B97B-159E4792F7CC}"/>
          </ac:picMkLst>
        </pc:picChg>
        <pc:picChg chg="add mod ord">
          <ac:chgData name="Selva Balaji M" userId="ced1249192a553ce" providerId="LiveId" clId="{1852E7B3-05DB-46A0-B2C0-0B451F336178}" dt="2023-11-02T07:14:17.465" v="411" actId="14100"/>
          <ac:picMkLst>
            <pc:docMk/>
            <pc:sldMk cId="2082072802" sldId="267"/>
            <ac:picMk id="19" creationId="{E21D0083-0ACD-ACB1-DAF6-2595AD507D6B}"/>
          </ac:picMkLst>
        </pc:picChg>
        <pc:picChg chg="add mod">
          <ac:chgData name="Selva Balaji M" userId="ced1249192a553ce" providerId="LiveId" clId="{1852E7B3-05DB-46A0-B2C0-0B451F336178}" dt="2023-11-02T07:15:47.178" v="416" actId="14100"/>
          <ac:picMkLst>
            <pc:docMk/>
            <pc:sldMk cId="2082072802" sldId="267"/>
            <ac:picMk id="21" creationId="{A8FDFF58-9D6F-6E53-D66E-6AE1BADE34F3}"/>
          </ac:picMkLst>
        </pc:picChg>
        <pc:inkChg chg="add del">
          <ac:chgData name="Selva Balaji M" userId="ced1249192a553ce" providerId="LiveId" clId="{1852E7B3-05DB-46A0-B2C0-0B451F336178}" dt="2023-11-02T07:12:37.523" v="394" actId="9405"/>
          <ac:inkMkLst>
            <pc:docMk/>
            <pc:sldMk cId="2082072802" sldId="267"/>
            <ac:inkMk id="13" creationId="{F67D46FD-6689-0948-C0EE-CF1394293149}"/>
          </ac:inkMkLst>
        </pc:inkChg>
      </pc:sldChg>
      <pc:sldChg chg="addSp delSp modSp add mod delAnim">
        <pc:chgData name="Selva Balaji M" userId="ced1249192a553ce" providerId="LiveId" clId="{1852E7B3-05DB-46A0-B2C0-0B451F336178}" dt="2023-11-02T07:19:43.545" v="440" actId="22"/>
        <pc:sldMkLst>
          <pc:docMk/>
          <pc:sldMk cId="137686060" sldId="268"/>
        </pc:sldMkLst>
        <pc:spChg chg="add del mod">
          <ac:chgData name="Selva Balaji M" userId="ced1249192a553ce" providerId="LiveId" clId="{1852E7B3-05DB-46A0-B2C0-0B451F336178}" dt="2023-11-02T07:19:41.152" v="438" actId="478"/>
          <ac:spMkLst>
            <pc:docMk/>
            <pc:sldMk cId="137686060" sldId="268"/>
            <ac:spMk id="8" creationId="{3D1E10F6-5AF8-ADF6-BF3C-FDE4CE292FF3}"/>
          </ac:spMkLst>
        </pc:spChg>
        <pc:picChg chg="add mod">
          <ac:chgData name="Selva Balaji M" userId="ced1249192a553ce" providerId="LiveId" clId="{1852E7B3-05DB-46A0-B2C0-0B451F336178}" dt="2023-11-02T07:18:21.528" v="422" actId="14100"/>
          <ac:picMkLst>
            <pc:docMk/>
            <pc:sldMk cId="137686060" sldId="268"/>
            <ac:picMk id="3" creationId="{5CA8EC06-B7F8-0CA0-5061-806E2528788F}"/>
          </ac:picMkLst>
        </pc:picChg>
        <pc:picChg chg="add del mod">
          <ac:chgData name="Selva Balaji M" userId="ced1249192a553ce" providerId="LiveId" clId="{1852E7B3-05DB-46A0-B2C0-0B451F336178}" dt="2023-11-02T07:19:43.545" v="440" actId="22"/>
          <ac:picMkLst>
            <pc:docMk/>
            <pc:sldMk cId="137686060" sldId="268"/>
            <ac:picMk id="6" creationId="{BDB1A835-9656-C700-5AA1-B38F360788F8}"/>
          </ac:picMkLst>
        </pc:picChg>
        <pc:picChg chg="add del">
          <ac:chgData name="Selva Balaji M" userId="ced1249192a553ce" providerId="LiveId" clId="{1852E7B3-05DB-46A0-B2C0-0B451F336178}" dt="2023-11-02T07:19:41.152" v="438" actId="478"/>
          <ac:picMkLst>
            <pc:docMk/>
            <pc:sldMk cId="137686060" sldId="268"/>
            <ac:picMk id="19" creationId="{E21D0083-0ACD-ACB1-DAF6-2595AD507D6B}"/>
          </ac:picMkLst>
        </pc:picChg>
        <pc:picChg chg="del">
          <ac:chgData name="Selva Balaji M" userId="ced1249192a553ce" providerId="LiveId" clId="{1852E7B3-05DB-46A0-B2C0-0B451F336178}" dt="2023-11-02T07:16:57.526" v="419" actId="478"/>
          <ac:picMkLst>
            <pc:docMk/>
            <pc:sldMk cId="137686060" sldId="268"/>
            <ac:picMk id="21" creationId="{A8FDFF58-9D6F-6E53-D66E-6AE1BADE34F3}"/>
          </ac:picMkLst>
        </pc:picChg>
      </pc:sldChg>
      <pc:sldChg chg="addSp delSp modSp add mod">
        <pc:chgData name="Selva Balaji M" userId="ced1249192a553ce" providerId="LiveId" clId="{1852E7B3-05DB-46A0-B2C0-0B451F336178}" dt="2023-11-02T07:20:33.958" v="453" actId="1076"/>
        <pc:sldMkLst>
          <pc:docMk/>
          <pc:sldMk cId="2013982155" sldId="269"/>
        </pc:sldMkLst>
        <pc:spChg chg="del">
          <ac:chgData name="Selva Balaji M" userId="ced1249192a553ce" providerId="LiveId" clId="{1852E7B3-05DB-46A0-B2C0-0B451F336178}" dt="2023-11-02T07:19:53.315" v="446" actId="478"/>
          <ac:spMkLst>
            <pc:docMk/>
            <pc:sldMk cId="2013982155" sldId="269"/>
            <ac:spMk id="4" creationId="{D2AD7530-A89A-B6C5-42E3-4D2C815992D6}"/>
          </ac:spMkLst>
        </pc:spChg>
        <pc:spChg chg="add mod">
          <ac:chgData name="Selva Balaji M" userId="ced1249192a553ce" providerId="LiveId" clId="{1852E7B3-05DB-46A0-B2C0-0B451F336178}" dt="2023-11-02T07:19:49.779" v="445" actId="478"/>
          <ac:spMkLst>
            <pc:docMk/>
            <pc:sldMk cId="2013982155" sldId="269"/>
            <ac:spMk id="5" creationId="{61B18D70-06B5-FE2D-B3FC-73A0C7410A83}"/>
          </ac:spMkLst>
        </pc:spChg>
        <pc:spChg chg="add mod">
          <ac:chgData name="Selva Balaji M" userId="ced1249192a553ce" providerId="LiveId" clId="{1852E7B3-05DB-46A0-B2C0-0B451F336178}" dt="2023-11-02T07:19:53.315" v="446" actId="478"/>
          <ac:spMkLst>
            <pc:docMk/>
            <pc:sldMk cId="2013982155" sldId="269"/>
            <ac:spMk id="7" creationId="{20841E80-90B7-FEBD-6653-B35FB645AC46}"/>
          </ac:spMkLst>
        </pc:spChg>
        <pc:picChg chg="del">
          <ac:chgData name="Selva Balaji M" userId="ced1249192a553ce" providerId="LiveId" clId="{1852E7B3-05DB-46A0-B2C0-0B451F336178}" dt="2023-11-02T07:19:48.286" v="443" actId="478"/>
          <ac:picMkLst>
            <pc:docMk/>
            <pc:sldMk cId="2013982155" sldId="269"/>
            <ac:picMk id="3" creationId="{5CA8EC06-B7F8-0CA0-5061-806E2528788F}"/>
          </ac:picMkLst>
        </pc:picChg>
        <pc:picChg chg="add mod">
          <ac:chgData name="Selva Balaji M" userId="ced1249192a553ce" providerId="LiveId" clId="{1852E7B3-05DB-46A0-B2C0-0B451F336178}" dt="2023-11-02T07:20:11.086" v="449" actId="14100"/>
          <ac:picMkLst>
            <pc:docMk/>
            <pc:sldMk cId="2013982155" sldId="269"/>
            <ac:picMk id="9" creationId="{5369D1DC-B2BB-045C-1B38-25E956B52E24}"/>
          </ac:picMkLst>
        </pc:picChg>
        <pc:picChg chg="del">
          <ac:chgData name="Selva Balaji M" userId="ced1249192a553ce" providerId="LiveId" clId="{1852E7B3-05DB-46A0-B2C0-0B451F336178}" dt="2023-11-02T07:19:49.138" v="444" actId="478"/>
          <ac:picMkLst>
            <pc:docMk/>
            <pc:sldMk cId="2013982155" sldId="269"/>
            <ac:picMk id="11" creationId="{4E775982-F431-00C0-ACBA-24F45F1568B8}"/>
          </ac:picMkLst>
        </pc:picChg>
        <pc:picChg chg="add mod">
          <ac:chgData name="Selva Balaji M" userId="ced1249192a553ce" providerId="LiveId" clId="{1852E7B3-05DB-46A0-B2C0-0B451F336178}" dt="2023-11-02T07:20:33.958" v="453" actId="1076"/>
          <ac:picMkLst>
            <pc:docMk/>
            <pc:sldMk cId="2013982155" sldId="269"/>
            <ac:picMk id="12" creationId="{0EBB436F-EF05-AA9C-7FBC-D70C004144CA}"/>
          </ac:picMkLst>
        </pc:picChg>
        <pc:picChg chg="del">
          <ac:chgData name="Selva Balaji M" userId="ced1249192a553ce" providerId="LiveId" clId="{1852E7B3-05DB-46A0-B2C0-0B451F336178}" dt="2023-11-02T07:19:47.681" v="442" actId="478"/>
          <ac:picMkLst>
            <pc:docMk/>
            <pc:sldMk cId="2013982155" sldId="269"/>
            <ac:picMk id="17" creationId="{842CAED1-3F7A-3B47-B97B-159E4792F7CC}"/>
          </ac:picMkLst>
        </pc:picChg>
        <pc:picChg chg="del">
          <ac:chgData name="Selva Balaji M" userId="ced1249192a553ce" providerId="LiveId" clId="{1852E7B3-05DB-46A0-B2C0-0B451F336178}" dt="2023-11-02T07:19:49.779" v="445" actId="478"/>
          <ac:picMkLst>
            <pc:docMk/>
            <pc:sldMk cId="2013982155" sldId="269"/>
            <ac:picMk id="19" creationId="{E21D0083-0ACD-ACB1-DAF6-2595AD507D6B}"/>
          </ac:picMkLst>
        </pc:picChg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3892073499" sldId="269"/>
        </pc:sldMkLst>
      </pc:sldChg>
      <pc:sldChg chg="addSp delSp modSp add mod">
        <pc:chgData name="Selva Balaji M" userId="ced1249192a553ce" providerId="LiveId" clId="{1852E7B3-05DB-46A0-B2C0-0B451F336178}" dt="2023-11-02T07:35:50.730" v="479" actId="1076"/>
        <pc:sldMkLst>
          <pc:docMk/>
          <pc:sldMk cId="371877072" sldId="270"/>
        </pc:sldMkLst>
        <pc:spChg chg="ord">
          <ac:chgData name="Selva Balaji M" userId="ced1249192a553ce" providerId="LiveId" clId="{1852E7B3-05DB-46A0-B2C0-0B451F336178}" dt="2023-11-02T07:34:49.026" v="473" actId="167"/>
          <ac:spMkLst>
            <pc:docMk/>
            <pc:sldMk cId="371877072" sldId="270"/>
            <ac:spMk id="5" creationId="{61B18D70-06B5-FE2D-B3FC-73A0C7410A83}"/>
          </ac:spMkLst>
        </pc:spChg>
        <pc:spChg chg="mod">
          <ac:chgData name="Selva Balaji M" userId="ced1249192a553ce" providerId="LiveId" clId="{1852E7B3-05DB-46A0-B2C0-0B451F336178}" dt="2023-11-02T07:34:39.974" v="470" actId="20577"/>
          <ac:spMkLst>
            <pc:docMk/>
            <pc:sldMk cId="371877072" sldId="270"/>
            <ac:spMk id="7" creationId="{20841E80-90B7-FEBD-6653-B35FB645AC46}"/>
          </ac:spMkLst>
        </pc:spChg>
        <pc:spChg chg="del">
          <ac:chgData name="Selva Balaji M" userId="ced1249192a553ce" providerId="LiveId" clId="{1852E7B3-05DB-46A0-B2C0-0B451F336178}" dt="2023-11-02T07:34:50.195" v="474" actId="478"/>
          <ac:spMkLst>
            <pc:docMk/>
            <pc:sldMk cId="371877072" sldId="270"/>
            <ac:spMk id="15" creationId="{0FC6B365-7863-6766-7E5A-9F545A2B4363}"/>
          </ac:spMkLst>
        </pc:spChg>
        <pc:picChg chg="add mod">
          <ac:chgData name="Selva Balaji M" userId="ced1249192a553ce" providerId="LiveId" clId="{1852E7B3-05DB-46A0-B2C0-0B451F336178}" dt="2023-11-02T07:35:50.730" v="479" actId="1076"/>
          <ac:picMkLst>
            <pc:docMk/>
            <pc:sldMk cId="371877072" sldId="270"/>
            <ac:picMk id="3" creationId="{E67F786B-5B3E-B389-FF78-E6416512CC31}"/>
          </ac:picMkLst>
        </pc:picChg>
        <pc:picChg chg="del">
          <ac:chgData name="Selva Balaji M" userId="ced1249192a553ce" providerId="LiveId" clId="{1852E7B3-05DB-46A0-B2C0-0B451F336178}" dt="2023-11-02T07:34:41.947" v="471" actId="478"/>
          <ac:picMkLst>
            <pc:docMk/>
            <pc:sldMk cId="371877072" sldId="270"/>
            <ac:picMk id="9" creationId="{5369D1DC-B2BB-045C-1B38-25E956B52E24}"/>
          </ac:picMkLst>
        </pc:picChg>
        <pc:picChg chg="del">
          <ac:chgData name="Selva Balaji M" userId="ced1249192a553ce" providerId="LiveId" clId="{1852E7B3-05DB-46A0-B2C0-0B451F336178}" dt="2023-11-02T07:34:42.495" v="472" actId="478"/>
          <ac:picMkLst>
            <pc:docMk/>
            <pc:sldMk cId="371877072" sldId="270"/>
            <ac:picMk id="12" creationId="{0EBB436F-EF05-AA9C-7FBC-D70C004144CA}"/>
          </ac:picMkLst>
        </pc:picChg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1403405876" sldId="270"/>
        </pc:sldMkLst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1633310891" sldId="271"/>
        </pc:sldMkLst>
      </pc:sldChg>
      <pc:sldChg chg="addSp delSp modSp add mod modAnim">
        <pc:chgData name="Selva Balaji M" userId="ced1249192a553ce" providerId="LiveId" clId="{1852E7B3-05DB-46A0-B2C0-0B451F336178}" dt="2023-11-02T07:37:39.836" v="523"/>
        <pc:sldMkLst>
          <pc:docMk/>
          <pc:sldMk cId="2663559420" sldId="271"/>
        </pc:sldMkLst>
        <pc:spChg chg="del">
          <ac:chgData name="Selva Balaji M" userId="ced1249192a553ce" providerId="LiveId" clId="{1852E7B3-05DB-46A0-B2C0-0B451F336178}" dt="2023-11-02T07:36:55.948" v="514" actId="22"/>
          <ac:spMkLst>
            <pc:docMk/>
            <pc:sldMk cId="2663559420" sldId="271"/>
            <ac:spMk id="5" creationId="{61B18D70-06B5-FE2D-B3FC-73A0C7410A83}"/>
          </ac:spMkLst>
        </pc:spChg>
        <pc:spChg chg="mod">
          <ac:chgData name="Selva Balaji M" userId="ced1249192a553ce" providerId="LiveId" clId="{1852E7B3-05DB-46A0-B2C0-0B451F336178}" dt="2023-11-02T07:36:38.838" v="513" actId="255"/>
          <ac:spMkLst>
            <pc:docMk/>
            <pc:sldMk cId="2663559420" sldId="271"/>
            <ac:spMk id="7" creationId="{20841E80-90B7-FEBD-6653-B35FB645AC46}"/>
          </ac:spMkLst>
        </pc:spChg>
        <pc:picChg chg="del">
          <ac:chgData name="Selva Balaji M" userId="ced1249192a553ce" providerId="LiveId" clId="{1852E7B3-05DB-46A0-B2C0-0B451F336178}" dt="2023-11-02T07:36:11.473" v="509" actId="478"/>
          <ac:picMkLst>
            <pc:docMk/>
            <pc:sldMk cId="2663559420" sldId="271"/>
            <ac:picMk id="3" creationId="{E67F786B-5B3E-B389-FF78-E6416512CC31}"/>
          </ac:picMkLst>
        </pc:picChg>
        <pc:picChg chg="add mod ord">
          <ac:chgData name="Selva Balaji M" userId="ced1249192a553ce" providerId="LiveId" clId="{1852E7B3-05DB-46A0-B2C0-0B451F336178}" dt="2023-11-02T07:37:02.601" v="518" actId="14100"/>
          <ac:picMkLst>
            <pc:docMk/>
            <pc:sldMk cId="2663559420" sldId="271"/>
            <ac:picMk id="4" creationId="{F7E03F80-C2F7-18D6-E14E-18ECEE0906A7}"/>
          </ac:picMkLst>
        </pc:picChg>
        <pc:picChg chg="add mod">
          <ac:chgData name="Selva Balaji M" userId="ced1249192a553ce" providerId="LiveId" clId="{1852E7B3-05DB-46A0-B2C0-0B451F336178}" dt="2023-11-02T07:37:35.537" v="522" actId="1076"/>
          <ac:picMkLst>
            <pc:docMk/>
            <pc:sldMk cId="2663559420" sldId="271"/>
            <ac:picMk id="8" creationId="{EAD77476-1C20-EA13-4F50-628020320B55}"/>
          </ac:picMkLst>
        </pc:picChg>
      </pc:sldChg>
      <pc:sldChg chg="addSp delSp modSp add mod delAnim">
        <pc:chgData name="Selva Balaji M" userId="ced1249192a553ce" providerId="LiveId" clId="{1852E7B3-05DB-46A0-B2C0-0B451F336178}" dt="2023-11-02T07:38:03.545" v="528" actId="14100"/>
        <pc:sldMkLst>
          <pc:docMk/>
          <pc:sldMk cId="2637031604" sldId="272"/>
        </pc:sldMkLst>
        <pc:picChg chg="add mod">
          <ac:chgData name="Selva Balaji M" userId="ced1249192a553ce" providerId="LiveId" clId="{1852E7B3-05DB-46A0-B2C0-0B451F336178}" dt="2023-11-02T07:38:03.545" v="528" actId="14100"/>
          <ac:picMkLst>
            <pc:docMk/>
            <pc:sldMk cId="2637031604" sldId="272"/>
            <ac:picMk id="3" creationId="{DDA6D15C-A520-A73F-FBB0-4012D0655B09}"/>
          </ac:picMkLst>
        </pc:picChg>
        <pc:picChg chg="del">
          <ac:chgData name="Selva Balaji M" userId="ced1249192a553ce" providerId="LiveId" clId="{1852E7B3-05DB-46A0-B2C0-0B451F336178}" dt="2023-11-02T07:37:45.385" v="525" actId="478"/>
          <ac:picMkLst>
            <pc:docMk/>
            <pc:sldMk cId="2637031604" sldId="272"/>
            <ac:picMk id="8" creationId="{EAD77476-1C20-EA13-4F50-628020320B55}"/>
          </ac:picMkLst>
        </pc:picChg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4121697506" sldId="272"/>
        </pc:sldMkLst>
      </pc:sldChg>
      <pc:sldChg chg="add">
        <pc:chgData name="Selva Balaji M" userId="ced1249192a553ce" providerId="LiveId" clId="{1852E7B3-05DB-46A0-B2C0-0B451F336178}" dt="2023-11-02T11:57:25.246" v="547" actId="2890"/>
        <pc:sldMkLst>
          <pc:docMk/>
          <pc:sldMk cId="443528398" sldId="273"/>
        </pc:sldMkLst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3270293177" sldId="273"/>
        </pc:sldMkLst>
      </pc:sldChg>
      <pc:sldChg chg="addSp delSp modSp add mod modAnim">
        <pc:chgData name="Selva Balaji M" userId="ced1249192a553ce" providerId="LiveId" clId="{1852E7B3-05DB-46A0-B2C0-0B451F336178}" dt="2023-11-03T03:05:28.488" v="558"/>
        <pc:sldMkLst>
          <pc:docMk/>
          <pc:sldMk cId="730568722" sldId="274"/>
        </pc:sldMkLst>
        <pc:spChg chg="add mod">
          <ac:chgData name="Selva Balaji M" userId="ced1249192a553ce" providerId="LiveId" clId="{1852E7B3-05DB-46A0-B2C0-0B451F336178}" dt="2023-11-02T12:01:33.964" v="549" actId="478"/>
          <ac:spMkLst>
            <pc:docMk/>
            <pc:sldMk cId="730568722" sldId="274"/>
            <ac:spMk id="5" creationId="{473DA9FE-6B6F-D1DA-2CFC-86330C121805}"/>
          </ac:spMkLst>
        </pc:spChg>
        <pc:picChg chg="del">
          <ac:chgData name="Selva Balaji M" userId="ced1249192a553ce" providerId="LiveId" clId="{1852E7B3-05DB-46A0-B2C0-0B451F336178}" dt="2023-11-02T12:01:33.964" v="549" actId="478"/>
          <ac:picMkLst>
            <pc:docMk/>
            <pc:sldMk cId="730568722" sldId="274"/>
            <ac:picMk id="3" creationId="{DDA6D15C-A520-A73F-FBB0-4012D0655B09}"/>
          </ac:picMkLst>
        </pc:picChg>
        <pc:picChg chg="del">
          <ac:chgData name="Selva Balaji M" userId="ced1249192a553ce" providerId="LiveId" clId="{1852E7B3-05DB-46A0-B2C0-0B451F336178}" dt="2023-11-02T12:01:33.964" v="549" actId="478"/>
          <ac:picMkLst>
            <pc:docMk/>
            <pc:sldMk cId="730568722" sldId="274"/>
            <ac:picMk id="4" creationId="{F7E03F80-C2F7-18D6-E14E-18ECEE0906A7}"/>
          </ac:picMkLst>
        </pc:picChg>
        <pc:picChg chg="add mod">
          <ac:chgData name="Selva Balaji M" userId="ced1249192a553ce" providerId="LiveId" clId="{1852E7B3-05DB-46A0-B2C0-0B451F336178}" dt="2023-11-02T12:01:49.026" v="553" actId="14100"/>
          <ac:picMkLst>
            <pc:docMk/>
            <pc:sldMk cId="730568722" sldId="274"/>
            <ac:picMk id="8" creationId="{1C492E4B-6F78-57C6-3D89-B1A1D3531C64}"/>
          </ac:picMkLst>
        </pc:picChg>
        <pc:picChg chg="add mod">
          <ac:chgData name="Selva Balaji M" userId="ced1249192a553ce" providerId="LiveId" clId="{1852E7B3-05DB-46A0-B2C0-0B451F336178}" dt="2023-11-03T03:05:25.764" v="557" actId="1076"/>
          <ac:picMkLst>
            <pc:docMk/>
            <pc:sldMk cId="730568722" sldId="274"/>
            <ac:picMk id="10" creationId="{554BC2DA-6936-218A-9519-ED37EC91B3B2}"/>
          </ac:picMkLst>
        </pc:picChg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1079946881" sldId="274"/>
        </pc:sldMkLst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1150432848" sldId="275"/>
        </pc:sldMkLst>
      </pc:sldChg>
      <pc:sldChg chg="addSp delSp modSp add mod delAnim modAnim">
        <pc:chgData name="Selva Balaji M" userId="ced1249192a553ce" providerId="LiveId" clId="{1852E7B3-05DB-46A0-B2C0-0B451F336178}" dt="2023-11-03T03:07:47.931" v="574"/>
        <pc:sldMkLst>
          <pc:docMk/>
          <pc:sldMk cId="3816617987" sldId="275"/>
        </pc:sldMkLst>
        <pc:picChg chg="add mod">
          <ac:chgData name="Selva Balaji M" userId="ced1249192a553ce" providerId="LiveId" clId="{1852E7B3-05DB-46A0-B2C0-0B451F336178}" dt="2023-11-03T03:06:46.564" v="564" actId="14100"/>
          <ac:picMkLst>
            <pc:docMk/>
            <pc:sldMk cId="3816617987" sldId="275"/>
            <ac:picMk id="3" creationId="{066E742F-1E46-054F-8D33-F2362DAB371E}"/>
          </ac:picMkLst>
        </pc:picChg>
        <pc:picChg chg="add mod">
          <ac:chgData name="Selva Balaji M" userId="ced1249192a553ce" providerId="LiveId" clId="{1852E7B3-05DB-46A0-B2C0-0B451F336178}" dt="2023-11-03T03:07:16.772" v="568" actId="14100"/>
          <ac:picMkLst>
            <pc:docMk/>
            <pc:sldMk cId="3816617987" sldId="275"/>
            <ac:picMk id="6" creationId="{FCB7A4EF-2883-1D4A-4065-6B48C349AB52}"/>
          </ac:picMkLst>
        </pc:picChg>
        <pc:picChg chg="del">
          <ac:chgData name="Selva Balaji M" userId="ced1249192a553ce" providerId="LiveId" clId="{1852E7B3-05DB-46A0-B2C0-0B451F336178}" dt="2023-11-03T03:06:28.944" v="560" actId="478"/>
          <ac:picMkLst>
            <pc:docMk/>
            <pc:sldMk cId="3816617987" sldId="275"/>
            <ac:picMk id="10" creationId="{554BC2DA-6936-218A-9519-ED37EC91B3B2}"/>
          </ac:picMkLst>
        </pc:picChg>
        <pc:picChg chg="add mod">
          <ac:chgData name="Selva Balaji M" userId="ced1249192a553ce" providerId="LiveId" clId="{1852E7B3-05DB-46A0-B2C0-0B451F336178}" dt="2023-11-03T03:07:45.164" v="573" actId="1076"/>
          <ac:picMkLst>
            <pc:docMk/>
            <pc:sldMk cId="3816617987" sldId="275"/>
            <ac:picMk id="11" creationId="{CFE47CFD-C465-DA56-9C56-F8DD62AE3CA2}"/>
          </ac:picMkLst>
        </pc:picChg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1717515238" sldId="276"/>
        </pc:sldMkLst>
      </pc:sldChg>
      <pc:sldChg chg="addSp delSp modSp add mod delAnim">
        <pc:chgData name="Selva Balaji M" userId="ced1249192a553ce" providerId="LiveId" clId="{1852E7B3-05DB-46A0-B2C0-0B451F336178}" dt="2023-11-03T03:09:54.417" v="587" actId="14100"/>
        <pc:sldMkLst>
          <pc:docMk/>
          <pc:sldMk cId="3922292665" sldId="276"/>
        </pc:sldMkLst>
        <pc:spChg chg="add mod">
          <ac:chgData name="Selva Balaji M" userId="ced1249192a553ce" providerId="LiveId" clId="{1852E7B3-05DB-46A0-B2C0-0B451F336178}" dt="2023-11-03T03:07:58.306" v="576" actId="478"/>
          <ac:spMkLst>
            <pc:docMk/>
            <pc:sldMk cId="3922292665" sldId="276"/>
            <ac:spMk id="4" creationId="{0AF28CE4-AC95-E7F7-716B-2961D9EE24A1}"/>
          </ac:spMkLst>
        </pc:spChg>
        <pc:spChg chg="del">
          <ac:chgData name="Selva Balaji M" userId="ced1249192a553ce" providerId="LiveId" clId="{1852E7B3-05DB-46A0-B2C0-0B451F336178}" dt="2023-11-03T03:07:58.306" v="576" actId="478"/>
          <ac:spMkLst>
            <pc:docMk/>
            <pc:sldMk cId="3922292665" sldId="276"/>
            <ac:spMk id="5" creationId="{473DA9FE-6B6F-D1DA-2CFC-86330C121805}"/>
          </ac:spMkLst>
        </pc:spChg>
        <pc:spChg chg="del">
          <ac:chgData name="Selva Balaji M" userId="ced1249192a553ce" providerId="LiveId" clId="{1852E7B3-05DB-46A0-B2C0-0B451F336178}" dt="2023-11-03T03:07:58.306" v="576" actId="478"/>
          <ac:spMkLst>
            <pc:docMk/>
            <pc:sldMk cId="3922292665" sldId="276"/>
            <ac:spMk id="7" creationId="{20841E80-90B7-FEBD-6653-B35FB645AC46}"/>
          </ac:spMkLst>
        </pc:spChg>
        <pc:picChg chg="del">
          <ac:chgData name="Selva Balaji M" userId="ced1249192a553ce" providerId="LiveId" clId="{1852E7B3-05DB-46A0-B2C0-0B451F336178}" dt="2023-11-03T03:07:58.306" v="576" actId="478"/>
          <ac:picMkLst>
            <pc:docMk/>
            <pc:sldMk cId="3922292665" sldId="276"/>
            <ac:picMk id="3" creationId="{066E742F-1E46-054F-8D33-F2362DAB371E}"/>
          </ac:picMkLst>
        </pc:picChg>
        <pc:picChg chg="del">
          <ac:chgData name="Selva Balaji M" userId="ced1249192a553ce" providerId="LiveId" clId="{1852E7B3-05DB-46A0-B2C0-0B451F336178}" dt="2023-11-03T03:07:58.306" v="576" actId="478"/>
          <ac:picMkLst>
            <pc:docMk/>
            <pc:sldMk cId="3922292665" sldId="276"/>
            <ac:picMk id="6" creationId="{FCB7A4EF-2883-1D4A-4065-6B48C349AB52}"/>
          </ac:picMkLst>
        </pc:picChg>
        <pc:picChg chg="del">
          <ac:chgData name="Selva Balaji M" userId="ced1249192a553ce" providerId="LiveId" clId="{1852E7B3-05DB-46A0-B2C0-0B451F336178}" dt="2023-11-03T03:07:58.306" v="576" actId="478"/>
          <ac:picMkLst>
            <pc:docMk/>
            <pc:sldMk cId="3922292665" sldId="276"/>
            <ac:picMk id="8" creationId="{1C492E4B-6F78-57C6-3D89-B1A1D3531C64}"/>
          </ac:picMkLst>
        </pc:picChg>
        <pc:picChg chg="add mod">
          <ac:chgData name="Selva Balaji M" userId="ced1249192a553ce" providerId="LiveId" clId="{1852E7B3-05DB-46A0-B2C0-0B451F336178}" dt="2023-11-03T03:08:44.947" v="580" actId="14100"/>
          <ac:picMkLst>
            <pc:docMk/>
            <pc:sldMk cId="3922292665" sldId="276"/>
            <ac:picMk id="10" creationId="{074F9385-0C00-BDF2-6913-762CB88454AC}"/>
          </ac:picMkLst>
        </pc:picChg>
        <pc:picChg chg="del">
          <ac:chgData name="Selva Balaji M" userId="ced1249192a553ce" providerId="LiveId" clId="{1852E7B3-05DB-46A0-B2C0-0B451F336178}" dt="2023-11-03T03:07:58.306" v="576" actId="478"/>
          <ac:picMkLst>
            <pc:docMk/>
            <pc:sldMk cId="3922292665" sldId="276"/>
            <ac:picMk id="11" creationId="{CFE47CFD-C465-DA56-9C56-F8DD62AE3CA2}"/>
          </ac:picMkLst>
        </pc:picChg>
        <pc:picChg chg="add mod modCrop">
          <ac:chgData name="Selva Balaji M" userId="ced1249192a553ce" providerId="LiveId" clId="{1852E7B3-05DB-46A0-B2C0-0B451F336178}" dt="2023-11-03T03:09:54.417" v="587" actId="14100"/>
          <ac:picMkLst>
            <pc:docMk/>
            <pc:sldMk cId="3922292665" sldId="276"/>
            <ac:picMk id="13" creationId="{6CF957F0-D691-F9C1-F386-077FADAA78EA}"/>
          </ac:picMkLst>
        </pc:picChg>
      </pc:sldChg>
      <pc:sldChg chg="addSp delSp modSp add mod">
        <pc:chgData name="Selva Balaji M" userId="ced1249192a553ce" providerId="LiveId" clId="{1852E7B3-05DB-46A0-B2C0-0B451F336178}" dt="2023-11-03T03:11:44.908" v="596" actId="14100"/>
        <pc:sldMkLst>
          <pc:docMk/>
          <pc:sldMk cId="360044244" sldId="277"/>
        </pc:sldMkLst>
        <pc:picChg chg="add mod">
          <ac:chgData name="Selva Balaji M" userId="ced1249192a553ce" providerId="LiveId" clId="{1852E7B3-05DB-46A0-B2C0-0B451F336178}" dt="2023-11-03T03:11:05.883" v="593" actId="14100"/>
          <ac:picMkLst>
            <pc:docMk/>
            <pc:sldMk cId="360044244" sldId="277"/>
            <ac:picMk id="3" creationId="{6E9580C1-A9CC-9F4F-5231-E91ED17C47AA}"/>
          </ac:picMkLst>
        </pc:picChg>
        <pc:picChg chg="add mod">
          <ac:chgData name="Selva Balaji M" userId="ced1249192a553ce" providerId="LiveId" clId="{1852E7B3-05DB-46A0-B2C0-0B451F336178}" dt="2023-11-03T03:11:44.908" v="596" actId="14100"/>
          <ac:picMkLst>
            <pc:docMk/>
            <pc:sldMk cId="360044244" sldId="277"/>
            <ac:picMk id="6" creationId="{ED405E06-F00E-EC8A-F57C-CF9681F94C8C}"/>
          </ac:picMkLst>
        </pc:picChg>
        <pc:picChg chg="del">
          <ac:chgData name="Selva Balaji M" userId="ced1249192a553ce" providerId="LiveId" clId="{1852E7B3-05DB-46A0-B2C0-0B451F336178}" dt="2023-11-03T03:10:40.874" v="590" actId="478"/>
          <ac:picMkLst>
            <pc:docMk/>
            <pc:sldMk cId="360044244" sldId="277"/>
            <ac:picMk id="10" creationId="{074F9385-0C00-BDF2-6913-762CB88454AC}"/>
          </ac:picMkLst>
        </pc:picChg>
        <pc:picChg chg="del">
          <ac:chgData name="Selva Balaji M" userId="ced1249192a553ce" providerId="LiveId" clId="{1852E7B3-05DB-46A0-B2C0-0B451F336178}" dt="2023-11-03T03:10:40.029" v="589" actId="478"/>
          <ac:picMkLst>
            <pc:docMk/>
            <pc:sldMk cId="360044244" sldId="277"/>
            <ac:picMk id="13" creationId="{6CF957F0-D691-F9C1-F386-077FADAA78EA}"/>
          </ac:picMkLst>
        </pc:picChg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890166068" sldId="277"/>
        </pc:sldMkLst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3102468404" sldId="278"/>
        </pc:sldMkLst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3816694536" sldId="279"/>
        </pc:sldMkLst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1947246937" sldId="280"/>
        </pc:sldMkLst>
      </pc:sldChg>
      <pc:sldChg chg="del">
        <pc:chgData name="Selva Balaji M" userId="ced1249192a553ce" providerId="LiveId" clId="{1852E7B3-05DB-46A0-B2C0-0B451F336178}" dt="2023-11-02T06:02:34.679" v="11" actId="47"/>
        <pc:sldMkLst>
          <pc:docMk/>
          <pc:sldMk cId="1317616916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D1CD8-BBCF-4CD6-83E6-707AB8E9CB30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20ED1-2516-4D14-85C5-F4C28D461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3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8456-A412-1612-F8BE-CD87A396E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E7C0F-C3B9-5498-3799-71C7B352C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5BF34-E25C-0443-DD5D-29859C08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ECFF4A-C05D-486B-AB6E-BD39CFBEDCE4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887C3-990D-6EE1-6BD4-5CA8D8737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8280B-B275-EE45-7E1B-7EC6FCB6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4268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05B1-01F0-18BB-F31D-F69F2BF9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1AC83-2321-70D3-7BB1-CCBB4011C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4051A-E885-72FD-32FC-EEC3E4FA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5EBDA3-4D9C-4D6B-9C94-8BC82317223C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8B813-DA82-908B-4525-F9130D77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891AF-A24F-2D58-2314-9010599E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32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534B-0EC9-5014-FA33-D5C3066AC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30DAD-7BAA-B1FC-E389-F2CC89A1B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ACAAA-4C01-0768-1F90-F4288F08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1F196C-39D9-437A-B702-FF7382BE490C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7DC5-A976-C9C7-001C-54D7BCAE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023A-DA53-1F3C-A850-AF976CD7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492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969E-0B04-014D-1B30-0EAFE477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786D7-C468-B737-38B6-89BF1A62D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A4684-2141-AEA1-D251-B471891D3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B004-1ABC-3689-51F6-3CF83B452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B34F77-16D0-4CAE-BA19-D58EEDB76FF3}" type="datetime1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240FA-28C0-3EE6-1C86-EFE46C58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7BDEB-2291-D642-5793-AA498908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659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9922-6C39-5DF0-5A56-8D685DC4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C5E43-C71A-E28F-116F-5439577BD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C3738-A606-DAAE-B5AA-9A3D9A8BD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D3127-2859-9DF2-BD89-4872BD8F1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FF5C2-D128-D5FD-603F-6556D42B3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408F74-CFEF-F6FC-B0F2-D2B501A4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A39565-C298-4BCA-857D-6E9AE821BE2D}" type="datetime1">
              <a:rPr lang="en-US" smtClean="0"/>
              <a:t>12/15/2023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6B416F-3091-F1F6-9614-A7CEF60D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EEAEEC-485C-8FBB-BB7E-95763A21D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680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08B01-B570-6415-3C87-67AB47F2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E7748D-9080-129C-892F-ECBFAECF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759C32-63EF-4244-A9FF-35FC35185E64}" type="datetime1">
              <a:rPr lang="en-US" smtClean="0"/>
              <a:t>12/15/2023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639A1-0462-D3C8-695C-CB90B00A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D6827-E7EA-C473-2B03-F57D71D21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25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46388F-6AAE-30AE-4F17-0BE07E64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E935FE-6A00-41C9-B0BB-9A6EF2CC402A}" type="datetime1">
              <a:rPr lang="en-US" smtClean="0"/>
              <a:t>12/15/2023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E384AF-89B3-C2F2-ED95-C6682A43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32EA4-4BAD-ECBB-3975-B3736C201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31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DCBD-4483-3E61-A3F1-EE1B972B2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F866D-0A72-2AC8-B488-78BFE4AB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75C2B-71C0-095B-E503-3E61327D6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BED3D-9D6D-41A6-0545-F5DBFC49A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C66F92-D06B-4245-B172-EDDD46BA8A22}" type="datetime1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456CC-52DD-9550-BDD7-AA2C7611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870DA-03A9-8054-EDDF-CD2A7F37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71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C719-66B2-AB80-2CED-083D1BC06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4B240-962A-41D0-6784-A9A4AAB0C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D46AF-DF6C-F9D1-4114-1550C857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8ED9A-DB21-C915-E11F-8B0F5E233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5566AE-8299-406A-928C-8D529212B718}" type="datetime1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997E4-D1E7-1E6F-2317-3C84224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0FD08-3FD5-3B99-B7A9-4F6EC9C9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256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5746-BD7E-35EF-14CD-E5D28FA4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E39A9-7F3F-F9EB-FE4F-162402045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D8A53-1536-3A11-B1B9-4968F726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762254-DB2B-4C55-A7D4-573B80F5464D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E3A6F-F859-C74F-1542-FCFE5480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CE5E6-6684-35E6-B9B2-A90436AD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52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37F666-ACC1-1EF4-EC8D-EAF9F329A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3F712-1E45-397C-C99D-C81CDA52F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41F0B-6B6C-B76D-8013-D7D6C738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9E54D7-4CF7-463A-AC40-2F8F19EC74BE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1F17-BCFC-444F-AC9F-19375868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1088D-93C4-EAC8-1889-A47EDE3A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501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131495-BE60-CF19-E777-9C9FEFD9F642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84C09D-6C9E-2CB5-5CC9-104F15A3C19C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CE374D-F67A-2F26-9EE2-966BF583291E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6C768-9911-03C1-CE2A-283682A3CBCA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9E283C3-41E4-86F4-EC99-7B6B5C2499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84FD9D-FBF8-A2E3-1B67-7DCBC2713E5E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8E3D2E-5495-34FA-449A-D9226FA3816B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0A5159E-06C7-15E6-5F54-F604C738F1F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09923ED-EBD4-47E1-A43E-691A148AB6D1}" type="datetime1">
              <a:rPr lang="en-US" smtClean="0"/>
              <a:t>12/15/2023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6DBC053-FB8D-E3D2-91A2-635CD9D46C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E9AE39C-751C-5A81-A60B-A2609763AA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4195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67D5F7-40BC-2EF2-2F34-1C4CD9FF9813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BF32896A-7C6C-8744-983D-0682B9519F7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90F5160-042F-83AE-BE3B-C70875649673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8942779-4DB8-E86A-28BE-AF57ABA68E12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741650-C8DB-EE06-3CE0-28B909170712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1CE53A95-5FA3-8C18-DFAC-0305E1FE0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80FEF486-74A9-3061-0B00-664CD59CFD5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2DF3AE-7F1F-DB7F-9D66-6EB1FB596B8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BFCF49-C0F5-6ABB-3D73-F374D60ED94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B933D16-7340-455B-E382-F081457A136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CA58AF44-8DCA-C468-ECFE-E7EA4FAD317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E90F2AD-48C7-736B-3C21-6D0A000EF0E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0729C9-4FC5-AD26-8491-4E359060602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6D14BFF-5A56-809F-0444-2DCD105657D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54782C6A-9B15-F844-DBB6-D69ED82DCBE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153F9EB2-3405-4D2A-8589-7E54EDC7EF21}" type="datetime1">
              <a:rPr lang="en-US" smtClean="0"/>
              <a:t>12/15/2023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A58A9B4-F53C-A1C7-AB4C-7E55EF48A4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kjhkjhkjh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DFE73A6-A497-BAE6-8567-48ABDA3701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344833" y="6596064"/>
            <a:ext cx="2743200" cy="365125"/>
          </a:xfrm>
        </p:spPr>
        <p:txBody>
          <a:bodyPr/>
          <a:lstStyle/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4396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A0F499-EC7D-4653-BF01-E12417308737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794A19-18AB-DE39-1885-AD0796115FA9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8ED94-E0B1-169F-83AA-AC54BB7657D5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B66FE-E306-4B2C-92B8-7ECA1AC49F1A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4E45E064-F9E4-A394-0A8D-A1F3B6DF42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C2E76D-D792-A24D-5AB1-84D4AF737B12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4E996-C01C-DDB0-2E73-0695F7D18384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0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19509E0B-7394-65DC-9E60-2D4574D5C1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8769C0-0364-57EA-1727-18D3184F2CAD}"/>
              </a:ext>
            </a:extLst>
          </p:cNvPr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1604DFE8-2AA6-B48B-37E4-8808263C1C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628392-3AE7-684C-1176-C5555CFB5021}"/>
              </a:ext>
            </a:extLst>
          </p:cNvPr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16083-3CB7-CEF2-C5E0-9589BA1F8EF3}"/>
              </a:ext>
            </a:extLst>
          </p:cNvPr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69964C-B529-AB87-9B49-37FFB7EFCCD6}"/>
              </a:ext>
            </a:extLst>
          </p:cNvPr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3A4A8-FDA1-AB93-86D9-E9009DA9750D}"/>
              </a:ext>
            </a:extLst>
          </p:cNvPr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AC3C1-78E6-4748-DDD8-2F475CFBE1EA}"/>
              </a:ext>
            </a:extLst>
          </p:cNvPr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0015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F82FAFF7-FC40-F224-2731-2F2A438BA3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3F9CDCC9-FE96-1DEC-4A6B-64B786511F9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32C338-6DEB-1979-1907-C3AE85B2AA6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9F3B3B-471F-6B95-8097-71781ABEB2D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0C17E1-78DA-CA12-4714-D941DFAD8FF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C35F8F76-015C-A16B-037E-DA86146636E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F4A826-A6A7-AB54-70D5-3425AF97D60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85D909-BAC8-AC9F-E166-A6C8350FA77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03489F-48B2-3FB0-A28B-C450577F824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F1410A9-9385-A4B4-01A0-0CAD23C06C14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8034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D931DEF8-8BEE-49DB-1D02-F3F472A060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B59EAA-843B-337E-8E34-5E6A8AE87DD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21387A-99DB-4C4D-8ECF-ED61D5DF2CE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845BBE-0E89-C841-AFAA-4375C0177D5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7717A6F3-CAFB-5446-CFB7-DDB0D6C26B7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AA651C1-2BCB-4E2E-04FC-57FA9504454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50BD6CC-04B2-FBF5-2B7B-34496355EAB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5DB108A-AB05-0A02-F802-FF16BFC5375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2721BE13-F359-00BC-3AF5-A32E5D27F0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E495339-57C4-65F9-000B-CCB6A359E9DB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0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2"/>
            <a:ext cx="5389033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0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8343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BCA19158-D3B9-B3A8-96AD-A949AD64520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890065-937B-47B4-0742-CE1D4AC3163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D4AA221-3347-3121-2439-173E926EB65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A5D72C-52AF-AE6E-B439-6D13E06904E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A02D3CA8-683F-0134-BDDD-A12BCF7DA42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3835D5-1D2A-C047-C355-5123B57D419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AC0618-A84E-163B-21B0-D74974D9DE9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90BD32-1409-07B0-25A6-C1C9852A96F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2FB6A5CA-1936-145F-3162-A4314F287A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8F943C-47C5-D2BB-74DB-AB227A0C6508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75751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887791E0-0BB6-EB21-CD98-D29627F3830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D24A397-A4CC-AFCD-325F-A590A179069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1AD0934-9D7F-14C8-0C12-5411F7DD37C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0DA0B1-55B2-AC4D-EC0E-E37CACA7C9E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5BB3FE1F-92E3-CD74-E3A0-E0966440660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35C399-A9F0-9B84-DF36-8ADD2B3C964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4A658E-D1B0-E98D-B7A3-CDCBE2988F0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BAB93C-1645-0E2C-0CED-79D91095838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F82FA7D4-C3AC-6646-B289-0938CFF7C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9348F9-7C4F-BB78-8BDB-0CFDEC14378B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1"/>
            <a:ext cx="6815667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1"/>
            <a:ext cx="4011084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32317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9795B67A-B059-51AB-E12E-9152FC8FFBA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BCDA3E-DEFF-AF5B-6D17-3E87A5B4962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E0AA8F-5FB9-1C63-CD47-5774142C53B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D95087-7194-BA14-F1D1-847F1424DDA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9F9FE26-7226-8CC6-D855-C9FEEEDE7CE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3E8B82-AAF1-0782-8264-169A807B54C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586AE3-5B95-F96C-642C-CCBFAA61C26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AEB7BC-3BE2-4D86-A981-6B6BD35ABD9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D3CC8FE3-2F65-543A-54CA-F219EAE421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97BE3F-790E-52C1-1452-BE873646B808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9449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04857A98-6A91-1464-FA0D-0F41D4E4F7A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D6DC944-4279-800B-B444-D007223CE9F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7BF49F-037D-9C17-7D13-F6E157D99CD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0A317C-9E1A-F21E-38C3-95B942D9EF6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9CE8DADF-1D7F-7819-B7D4-0863D401814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AFA0C72-3F2B-8D3C-CEC2-6FF68A9E981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B53F08-2F3F-8AB1-7402-C9E7F8BDE8A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A475B6-8185-9D8E-AC10-F53179964C5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556471B0-DE57-4640-5060-2E46932C3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D2ABDC-26CA-0AE0-051C-DF58E258E7FC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51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FA2CCE6C-A67D-FBD2-A830-FF5A686D1F42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7538509" y="2560109"/>
            <a:ext cx="5181600" cy="61383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9D0F599-F468-9C56-25B7-D71091337611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F39E28-D381-5311-5E05-9FF28CB5C58F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18856F-5D3E-77AA-8A58-E2F93FC339AD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46197D0C-2446-84ED-B9B7-691028C976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10583" y="381001"/>
            <a:ext cx="922868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B8E590-849F-C0B9-F9FA-61F9026F9E3F}"/>
              </a:ext>
            </a:extLst>
          </p:cNvPr>
          <p:cNvSpPr txBox="1"/>
          <p:nvPr userDrawn="1"/>
        </p:nvSpPr>
        <p:spPr>
          <a:xfrm rot="5400000">
            <a:off x="-2748491" y="3808884"/>
            <a:ext cx="58674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8191500" y="2552700"/>
            <a:ext cx="5867400" cy="1524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8654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9294-3539-E618-2CBF-6C3208A59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47D7E-7474-4849-93A7-C83EDD9ED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083BC-81C2-A9F3-5E97-C8F7BA78D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7EB4-90CC-459E-A48E-6FB357E2FB5A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FD92F-2B01-5C7F-6EC1-91A1E46D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8D476-2806-103B-176C-5D8D6BB3A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703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AE47-69F1-0EF5-910E-85E4997D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9C2D5-9D09-6C86-130F-84FDFB129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8A6B1-54C9-7B29-9111-5FFEC488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DCBB-86BB-47FD-AC02-C888C544B7AA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FDAA-5E03-AEDD-06EF-092CC166E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4CCA3-D037-0E03-9A06-E1689CFF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334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05190-67A4-A9CF-139B-1299B81B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ADB39-4114-1796-03B9-D64244026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10735-E18D-C02E-AFD0-B264259C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5C1B-2482-4D88-A6FA-193D192A0E70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BC08F-F195-62A6-85BB-AFC9B208D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A8F80-7A93-61CB-C5D5-DD6C9599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72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8D42-92A8-6B97-5308-CCDFD391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66BB9-8780-5D1D-9034-A30A731A7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42EDB-B39C-0779-9FE9-956A02A21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C03DF-74D8-F295-F0B1-CBCF5C24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F672-501A-4E2E-BEC7-A3306B5123A2}" type="datetime1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59D6B-B568-577F-141D-89C4BADD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C65E3-0147-AE1D-04CB-A691AE1B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056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9CB9-FFF3-50FF-EFE5-67A72775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9D12C-31E0-8834-3807-B53E449AD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8FABD-024B-14B4-BA2F-777168948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45284-E0EE-3F25-F8FE-0B9FA9084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A488D-8521-1D6F-36BE-F2B754ADA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915BB-5F66-066E-3D92-922F2755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2A918-B9F6-4179-A10A-1D4F67014F46}" type="datetime1">
              <a:rPr lang="en-US" smtClean="0"/>
              <a:t>12/15/2023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DA46B-3A8C-C22E-A9E2-B6DA99D0C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647014-6D43-E520-CED8-1A2C480E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165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776DA-3FFD-D3F0-088C-56E1B2C19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F407F-7CF1-2E22-9647-C5A7EAA23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D3F6D-452D-417A-9869-C81BCC9435C7}" type="datetime1">
              <a:rPr lang="en-US" smtClean="0"/>
              <a:t>12/15/2023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1AB86-D207-AC8E-5743-D8A2B89D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6A48A-48D5-8BDC-435A-FB642F34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130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BCE1D-FFF1-0BD3-338B-29CE6EEDB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E8539-8D2D-4C1A-9AEA-F7578B636FB8}" type="datetime1">
              <a:rPr lang="en-US" smtClean="0"/>
              <a:t>12/15/2023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CF6A6-5D40-AF92-F454-4D09CD37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D26D8-104E-DE7E-19FE-D8CDA721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615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4813-F433-DD49-255F-D819E1B93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07A72-9C92-98D6-1A41-634C5A524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E08BB-E116-2BDB-EC64-AC59DE2B4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35CA5-1E84-CCBE-DDB2-D1788A9E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EFC2-E528-48F8-A22E-0FF007C6D9BB}" type="datetime1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D0E6B-EA82-16EF-290D-1726C26B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8A3EC-F26C-8796-C28D-9CAD3F6D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658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48C1-5830-3779-F556-4A710980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C19ACC-BFCE-D9D9-4B92-3B0F43379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8E651-3E18-93DB-9E24-3793A534E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45718-C9C9-91CB-2EE5-168CBCF0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1A2DD-A3EC-401E-958B-70F8770BE6FB}" type="datetime1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07121-20A9-80C8-3271-925E8AB0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A89CF-79EA-0688-9F04-866C2F97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88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0941-6617-661C-B490-EB8461066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7514B-5052-1A54-66D7-8BB089CA5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58FCF-BB63-C233-85D6-0C6322C99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EB90-1D99-48B4-9ED1-75BFEA48CA8F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AD59D-2976-A9B0-E633-928CAFD3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5F19E-CDA6-8FC5-49E2-064EA70C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363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71016-0515-E916-68AB-3C6F4D5CD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3FD77-8C18-C1D0-B3E9-7D0BD3E60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C0F88-EB9E-9DF4-0BC7-0D964164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A05C8-E101-43D8-AE6A-F6B25A144DEB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E7648-8FD9-DD33-83A5-AA659B2E1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EDA1B-94DA-CC41-1236-BC25FE89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50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7513C-0A7A-AA61-A47B-C41F8612C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24581-9FC2-37F2-9E03-ABCC03002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25B41-4D3D-15D7-1FFF-C9550A404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265EA66-BFD5-4BC1-85A2-9309CE7C9D46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DA012-84AD-497A-C5E8-DA87FB4DA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 err="1"/>
              <a:t>kjhkjhkjh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F1A-930F-825E-AA0D-38D048372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8B21B-C944-43A2-A540-1C0C7CE743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285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  <p:sldLayoutId id="2147483949" r:id="rId14"/>
    <p:sldLayoutId id="2147483951" r:id="rId15"/>
    <p:sldLayoutId id="2147483953" r:id="rId16"/>
    <p:sldLayoutId id="2147483954" r:id="rId17"/>
    <p:sldLayoutId id="2147483955" r:id="rId18"/>
    <p:sldLayoutId id="2147483956" r:id="rId19"/>
    <p:sldLayoutId id="2147483957" r:id="rId20"/>
    <p:sldLayoutId id="2147483958" r:id="rId21"/>
    <p:sldLayoutId id="2147483959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82A75-C5F7-CCCF-522F-5B4EA1CB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387D6-5C45-4693-A341-3F852F6AD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A7C8-322A-2A5B-F8B5-BE99695530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F2456-F947-428F-B2B2-7479C1D9CE3C}" type="datetime1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69CD-8B5E-9AE9-709C-31C53F09A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kjhkjhkjh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E987-1C87-37C2-7F0C-3A0CFECEA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F1BB3-E02C-4AAB-B455-7883A63C7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7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elva.Balaji@pilani.bits-Pilani.ac.in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5">
            <a:extLst>
              <a:ext uri="{FF2B5EF4-FFF2-40B4-BE49-F238E27FC236}">
                <a16:creationId xmlns:a16="http://schemas.microsoft.com/office/drawing/2014/main" id="{8AA96E36-32A2-24A3-9A15-73B6F4AE7B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Selva Balaji M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Department of Civil Engineering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>
                <a:hlinkClick r:id="rId2"/>
              </a:rPr>
              <a:t>Selva.Balaji@pilani.bits-Pilani.ac.in</a:t>
            </a:r>
            <a:r>
              <a:rPr lang="en-US" altLang="en-US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07095E-1FB9-72A3-39E1-16BBDB29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CE 231 – FLUID MECHANICS</a:t>
            </a:r>
            <a:br>
              <a:rPr lang="en-US" dirty="0"/>
            </a:br>
            <a:r>
              <a:rPr lang="en-US" b="1" dirty="0"/>
              <a:t>Bernoulli Equation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B839FA-6F08-7E35-4DE0-7B8D167F7D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D7530-A89A-B6C5-42E3-4D2C815992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Euler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E2C7252-006B-DCB4-9C21-0B53D7756C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/>
                <a:r>
                  <a:rPr lang="en-US" dirty="0"/>
                  <a:t>Since normal component n is constant along the streamline s,</a:t>
                </a:r>
              </a:p>
              <a:p>
                <a:pPr marL="0" indent="0"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E2C7252-006B-DCB4-9C21-0B53D7756C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25939-8454-256E-46F0-96CF9D5627D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2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2394FC-445E-ABB9-8175-669667939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3627077"/>
            <a:ext cx="5191850" cy="2591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CEAED7-29E9-933A-4C62-A699A68B6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557" y="3756819"/>
            <a:ext cx="5558418" cy="246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35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D7530-A89A-B6C5-42E3-4D2C815992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Pitot Tube and Pitot-Static Tube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892D0A-35A7-F6E6-D638-6CF45AA1C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7481" y="2039977"/>
            <a:ext cx="1428426" cy="465069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25939-8454-256E-46F0-96CF9D5627D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A28B21B-C944-43A2-A540-1C0C7CE743FA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2394FC-445E-ABB9-8175-669667939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3627077"/>
            <a:ext cx="5191850" cy="2591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CEAED7-29E9-933A-4C62-A699A68B6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557" y="3756819"/>
            <a:ext cx="5558418" cy="2461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B19B9C-2B9A-1E14-101E-5D00B21BA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605" y="1586059"/>
            <a:ext cx="1530229" cy="4650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DBFD16-51D9-4FB9-5CEB-DD8BBC8DC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590" y="2469926"/>
            <a:ext cx="1946207" cy="5961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81515F-A89A-1CED-8324-E94AF96E3C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590" y="3073842"/>
            <a:ext cx="2106998" cy="61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3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D7530-A89A-B6C5-42E3-4D2C815992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Pitot Tube and Pitot-Static Tube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8DE7FB-6CFA-AABA-CA2D-3DA960AC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869" y="1208526"/>
            <a:ext cx="7683055" cy="53037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62DA65-109D-B9D4-B118-1577E681FA73}"/>
              </a:ext>
            </a:extLst>
          </p:cNvPr>
          <p:cNvSpPr txBox="1"/>
          <p:nvPr/>
        </p:nvSpPr>
        <p:spPr>
          <a:xfrm>
            <a:off x="9746166" y="3100039"/>
            <a:ext cx="2139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Munson et al. (2009)</a:t>
            </a:r>
          </a:p>
        </p:txBody>
      </p:sp>
    </p:spTree>
    <p:extLst>
      <p:ext uri="{BB962C8B-B14F-4D97-AF65-F5344CB8AC3E}">
        <p14:creationId xmlns:p14="http://schemas.microsoft.com/office/powerpoint/2010/main" val="276731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D7530-A89A-B6C5-42E3-4D2C815992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Pitot Tube and Pitot-Static Tube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E21D0083-0ACD-ACB1-DAF6-2595AD507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036" y="4253932"/>
            <a:ext cx="3814313" cy="188664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775982-F431-00C0-ACBA-24F45F156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4" y="923994"/>
            <a:ext cx="6354584" cy="201316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C6B365-7863-6766-7E5A-9F545A2B4363}"/>
              </a:ext>
            </a:extLst>
          </p:cNvPr>
          <p:cNvSpPr/>
          <p:nvPr/>
        </p:nvSpPr>
        <p:spPr>
          <a:xfrm>
            <a:off x="5946945" y="1571184"/>
            <a:ext cx="591015" cy="535258"/>
          </a:xfrm>
          <a:prstGeom prst="rect">
            <a:avLst/>
          </a:prstGeom>
          <a:solidFill>
            <a:srgbClr val="E1F2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2CAED1-3F7A-3B47-B97B-159E4792F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00" y="2937154"/>
            <a:ext cx="6354584" cy="10908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8FDFF58-9D6F-6E53-D66E-6AE1BADE3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52400"/>
            <a:ext cx="5523140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7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D7530-A89A-B6C5-42E3-4D2C815992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Pitot Tube and Pitot-Static Tube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E21D0083-0ACD-ACB1-DAF6-2595AD507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0868" y="757597"/>
            <a:ext cx="3814313" cy="188664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775982-F431-00C0-ACBA-24F45F156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88" y="1972486"/>
            <a:ext cx="6354584" cy="20131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2CAED1-3F7A-3B47-B97B-159E4792F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76" y="4885514"/>
            <a:ext cx="6354584" cy="10908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A8EC06-B7F8-0CA0-5061-806E25287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984" y="2939119"/>
            <a:ext cx="5247640" cy="304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6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69D1DC-B2BB-045C-1B38-25E956B52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06441"/>
            <a:ext cx="4056380" cy="41256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BB436F-EF05-AA9C-7FBC-D70C00414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845" y="1842223"/>
            <a:ext cx="3640815" cy="486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82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841E80-90B7-FEBD-6653-B35FB645AC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Flow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F786B-5B3E-B389-FF78-E6416512C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727" y="1192530"/>
            <a:ext cx="4984673" cy="534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7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E03F80-C2F7-18D6-E14E-18ECEE090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400" y="1561895"/>
            <a:ext cx="4220422" cy="4850335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841E80-90B7-FEBD-6653-B35FB645AC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Flow in a Variable Area Pipe</a:t>
            </a:r>
          </a:p>
          <a:p>
            <a:r>
              <a:rPr lang="en-US" sz="2400" dirty="0"/>
              <a:t>Determine the manometer reading, 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D77476-1C20-EA13-4F50-628020320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868" y="1561895"/>
            <a:ext cx="5896221" cy="32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5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E03F80-C2F7-18D6-E14E-18ECEE090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400" y="1561895"/>
            <a:ext cx="4220422" cy="4850335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841E80-90B7-FEBD-6653-B35FB645AC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Flow in a Variable Area Pipe</a:t>
            </a:r>
          </a:p>
          <a:p>
            <a:r>
              <a:rPr lang="en-US" sz="2400" dirty="0"/>
              <a:t>Determine the manometer reading, 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6D15C-A520-A73F-FBB0-4012D0655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704" y="1704789"/>
            <a:ext cx="5858116" cy="449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31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E03F80-C2F7-18D6-E14E-18ECEE090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400" y="1561895"/>
            <a:ext cx="4220422" cy="4850335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841E80-90B7-FEBD-6653-B35FB645AC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Flow in a Variable Area Pipe</a:t>
            </a:r>
          </a:p>
          <a:p>
            <a:r>
              <a:rPr lang="en-US" sz="2400" dirty="0"/>
              <a:t>Determine the manometer reading, 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6D15C-A520-A73F-FBB0-4012D0655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704" y="1704789"/>
            <a:ext cx="5858116" cy="449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28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841E80-90B7-FEBD-6653-B35FB645AC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Flow in a Variable Area Pipe</a:t>
            </a:r>
          </a:p>
          <a:p>
            <a:r>
              <a:rPr lang="en-US" sz="2400" dirty="0"/>
              <a:t>Determine the manometer reading, 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3DA9FE-6B6F-D1DA-2CFC-86330C121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492E4B-6F78-57C6-3D89-B1A1D3531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58" y="95082"/>
            <a:ext cx="11615337" cy="21909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4BC2DA-6936-218A-9519-ED37EC91B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63" y="2484438"/>
            <a:ext cx="11615337" cy="165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6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841E80-90B7-FEBD-6653-B35FB645AC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Flow in a Variable Area Pipe</a:t>
            </a:r>
          </a:p>
          <a:p>
            <a:r>
              <a:rPr lang="en-US" sz="2400" dirty="0"/>
              <a:t>Determine the manometer reading, 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492E4B-6F78-57C6-3D89-B1A1D3531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58" y="95082"/>
            <a:ext cx="11615337" cy="21909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6E742F-1E46-054F-8D33-F2362DAB3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58" y="2390472"/>
            <a:ext cx="5927377" cy="3629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B7A4EF-2883-1D4A-4065-6B48C349A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394" y="2390472"/>
            <a:ext cx="3878544" cy="36547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E47CFD-C465-DA56-9C56-F8DD62AE3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58" y="6019801"/>
            <a:ext cx="3524742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1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4F9385-0C00-BDF2-6913-762CB8845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77" y="72482"/>
            <a:ext cx="11652425" cy="1180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F957F0-D691-F9C1-F386-077FADAA78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22"/>
          <a:stretch/>
        </p:blipFill>
        <p:spPr>
          <a:xfrm>
            <a:off x="282497" y="1152293"/>
            <a:ext cx="7356087" cy="56937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F319D7-B805-3263-A424-747E774A8998}"/>
              </a:ext>
            </a:extLst>
          </p:cNvPr>
          <p:cNvSpPr txBox="1"/>
          <p:nvPr/>
        </p:nvSpPr>
        <p:spPr>
          <a:xfrm>
            <a:off x="8274205" y="2598234"/>
            <a:ext cx="197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Ans: 125.76 liters/s</a:t>
            </a:r>
          </a:p>
        </p:txBody>
      </p:sp>
    </p:spTree>
    <p:extLst>
      <p:ext uri="{BB962C8B-B14F-4D97-AF65-F5344CB8AC3E}">
        <p14:creationId xmlns:p14="http://schemas.microsoft.com/office/powerpoint/2010/main" val="392229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9580C1-A9CC-9F4F-5231-E91ED17C4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9" y="199952"/>
            <a:ext cx="11686421" cy="9709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405E06-F00E-EC8A-F57C-CF9681F94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657" y="1494311"/>
            <a:ext cx="7684216" cy="520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45358-6CFE-980D-AE54-6852E7A14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58" y="152399"/>
            <a:ext cx="11581141" cy="1785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42B76A-4046-3DB8-8871-E1C0F4318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3" y="2102084"/>
            <a:ext cx="7052293" cy="448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69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45358-6CFE-980D-AE54-6852E7A14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58" y="152399"/>
            <a:ext cx="11581141" cy="17857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0758F3-8C27-31E9-CB1F-D4BFCEFE4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8114"/>
            <a:ext cx="6219254" cy="41504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970E5B-0298-06FE-2947-AE8632F98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238" y="1938114"/>
            <a:ext cx="6106377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26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/>
              <a:t>Orificemeter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1FA99-B84A-6D34-CCE4-18F894C8E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95" y="1660862"/>
            <a:ext cx="5207055" cy="3390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0AE32D-FDB6-283F-A7AB-5A9DE07F68C0}"/>
              </a:ext>
            </a:extLst>
          </p:cNvPr>
          <p:cNvSpPr txBox="1"/>
          <p:nvPr/>
        </p:nvSpPr>
        <p:spPr>
          <a:xfrm>
            <a:off x="6130452" y="1784195"/>
            <a:ext cx="593976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0 </a:t>
            </a:r>
            <a:r>
              <a:rPr lang="en-US" dirty="0"/>
              <a:t>– Orifice cross sectional area </a:t>
            </a:r>
          </a:p>
          <a:p>
            <a:r>
              <a:rPr lang="en-US" dirty="0"/>
              <a:t>A</a:t>
            </a:r>
            <a:r>
              <a:rPr lang="en-US" baseline="-25000" dirty="0"/>
              <a:t>1 </a:t>
            </a:r>
            <a:r>
              <a:rPr lang="en-US" dirty="0"/>
              <a:t>– Pipe cross sectional area (Flow is uniform; Approximately</a:t>
            </a:r>
          </a:p>
          <a:p>
            <a:r>
              <a:rPr lang="en-US" dirty="0"/>
              <a:t>One diameter upstream of orifice plate)</a:t>
            </a:r>
          </a:p>
          <a:p>
            <a:r>
              <a:rPr lang="en-US" dirty="0"/>
              <a:t>A</a:t>
            </a:r>
            <a:r>
              <a:rPr lang="en-US" baseline="-25000" dirty="0"/>
              <a:t>c </a:t>
            </a:r>
            <a:r>
              <a:rPr lang="en-US" dirty="0"/>
              <a:t>– Cross sectional area at Vena </a:t>
            </a:r>
            <a:r>
              <a:rPr lang="en-US" dirty="0" err="1"/>
              <a:t>Contracta</a:t>
            </a:r>
            <a:r>
              <a:rPr lang="en-US" dirty="0"/>
              <a:t> (Minimum </a:t>
            </a:r>
          </a:p>
          <a:p>
            <a:r>
              <a:rPr lang="en-US" dirty="0"/>
              <a:t>Pressure and maximum velocity point corresponding to </a:t>
            </a:r>
          </a:p>
          <a:p>
            <a:r>
              <a:rPr lang="en-US" dirty="0"/>
              <a:t>minimum area); Usually half diameter downstream of </a:t>
            </a:r>
          </a:p>
          <a:p>
            <a:r>
              <a:rPr lang="en-US" dirty="0"/>
              <a:t>Orifice plate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B111E-1859-E295-4C3C-E5C973746E20}"/>
              </a:ext>
            </a:extLst>
          </p:cNvPr>
          <p:cNvSpPr txBox="1"/>
          <p:nvPr/>
        </p:nvSpPr>
        <p:spPr>
          <a:xfrm>
            <a:off x="3106477" y="3815520"/>
            <a:ext cx="2453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93349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Comparison of flow measuring devices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1FA99-B84A-6D34-CCE4-18F894C8E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95" y="1660862"/>
            <a:ext cx="5207055" cy="33906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6B111E-1859-E295-4C3C-E5C973746E20}"/>
              </a:ext>
            </a:extLst>
          </p:cNvPr>
          <p:cNvSpPr txBox="1"/>
          <p:nvPr/>
        </p:nvSpPr>
        <p:spPr>
          <a:xfrm>
            <a:off x="3106477" y="3815520"/>
            <a:ext cx="2453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8C5841-E2D5-4930-DC32-679197039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437" y="1660862"/>
            <a:ext cx="8952626" cy="339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95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Siphon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B111E-1859-E295-4C3C-E5C973746E20}"/>
              </a:ext>
            </a:extLst>
          </p:cNvPr>
          <p:cNvSpPr txBox="1"/>
          <p:nvPr/>
        </p:nvSpPr>
        <p:spPr>
          <a:xfrm>
            <a:off x="3106477" y="3815520"/>
            <a:ext cx="2453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570127-9530-25CE-CC96-E52EF3817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500622"/>
            <a:ext cx="5048955" cy="46297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B73454-FF07-AAC6-BCFA-446552516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97" y="1491274"/>
            <a:ext cx="5068007" cy="1467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1973F8-16D1-516C-C31A-1CCD0528A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397" y="3243940"/>
            <a:ext cx="5001323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4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Siphon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B111E-1859-E295-4C3C-E5C973746E20}"/>
              </a:ext>
            </a:extLst>
          </p:cNvPr>
          <p:cNvSpPr txBox="1"/>
          <p:nvPr/>
        </p:nvSpPr>
        <p:spPr>
          <a:xfrm>
            <a:off x="3106477" y="3815520"/>
            <a:ext cx="2453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570127-9530-25CE-CC96-E52EF3817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500622"/>
            <a:ext cx="5048955" cy="46297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B73454-FF07-AAC6-BCFA-446552516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054" y="1491274"/>
            <a:ext cx="5068007" cy="1467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037A73-CA4E-84FB-8B96-AE2843E62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054" y="3796362"/>
            <a:ext cx="5048955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509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Linear Momentum – Change in Flow Direction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D93E7-BB3B-1040-B948-BEADC5E5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94" y="2377297"/>
            <a:ext cx="4344006" cy="17242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9FDE77-8A12-5925-E52E-C90A1F82CFDA}"/>
              </a:ext>
            </a:extLst>
          </p:cNvPr>
          <p:cNvSpPr txBox="1"/>
          <p:nvPr/>
        </p:nvSpPr>
        <p:spPr>
          <a:xfrm>
            <a:off x="311001" y="1421509"/>
            <a:ext cx="11442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 shown in Fig., a horizontal jet of water exits a nozzle with a uniform speed of V</a:t>
            </a:r>
            <a:r>
              <a:rPr lang="en-US" baseline="-25000" dirty="0"/>
              <a:t>1</a:t>
            </a:r>
            <a:r>
              <a:rPr lang="en-US" dirty="0"/>
              <a:t> 4 m/s, strikes a vane, and is turned through an angle theta. Nozzle area is 0.006 m</a:t>
            </a:r>
            <a:r>
              <a:rPr lang="en-US" baseline="30000" dirty="0"/>
              <a:t>2</a:t>
            </a:r>
            <a:r>
              <a:rPr lang="en-US" dirty="0"/>
              <a:t>. Use theta 30 degrees</a:t>
            </a:r>
            <a:endParaRPr lang="en-US" baseline="30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50758F-4231-F6B5-B5F9-8C083EACE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568" y="3138213"/>
            <a:ext cx="4391638" cy="26292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305496-C95B-73C1-AE25-D1D6879F6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353" y="2001278"/>
            <a:ext cx="3631884" cy="20143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87D983-F7D9-9727-11C4-0B49D88CF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916" y="5898921"/>
            <a:ext cx="4258941" cy="3666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F0CB9F-C761-0903-A873-6BCC4EDD8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94" y="4623810"/>
            <a:ext cx="5696111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0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Linear Momentum – Change in Flow Direction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9FDE77-8A12-5925-E52E-C90A1F82CFDA}"/>
              </a:ext>
            </a:extLst>
          </p:cNvPr>
          <p:cNvSpPr txBox="1"/>
          <p:nvPr/>
        </p:nvSpPr>
        <p:spPr>
          <a:xfrm>
            <a:off x="311001" y="1421509"/>
            <a:ext cx="11442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 shown in Fig., a horizontal jet of water exits a nozzle with a uniform speed of V</a:t>
            </a:r>
            <a:r>
              <a:rPr lang="en-US" baseline="-25000" dirty="0"/>
              <a:t>1</a:t>
            </a:r>
            <a:r>
              <a:rPr lang="en-US" dirty="0"/>
              <a:t> 4 m/s, strikes a vane, and is turned through an angle theta. Nozzle area is 0.006 m</a:t>
            </a:r>
            <a:r>
              <a:rPr lang="en-US" baseline="30000" dirty="0"/>
              <a:t>2</a:t>
            </a:r>
            <a:r>
              <a:rPr lang="en-US" dirty="0"/>
              <a:t>. Use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305496-C95B-73C1-AE25-D1D6879F6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94" y="2046962"/>
            <a:ext cx="3400900" cy="18862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4388DE-C140-3BDC-4838-A137F509B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136" y="2818653"/>
            <a:ext cx="5760063" cy="37189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805662-47B0-6A6A-C3C9-821A134196F4}"/>
              </a:ext>
            </a:extLst>
          </p:cNvPr>
          <p:cNvSpPr txBox="1"/>
          <p:nvPr/>
        </p:nvSpPr>
        <p:spPr>
          <a:xfrm>
            <a:off x="3902927" y="2193949"/>
            <a:ext cx="7822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Atmospheric pressure around the jet and area is equal at inlet and outlet. Viscous</a:t>
            </a:r>
          </a:p>
          <a:p>
            <a:r>
              <a:rPr lang="en-US" dirty="0"/>
              <a:t>Forces and gravity forces assumed to be negligible.</a:t>
            </a:r>
          </a:p>
        </p:txBody>
      </p:sp>
    </p:spTree>
    <p:extLst>
      <p:ext uri="{BB962C8B-B14F-4D97-AF65-F5344CB8AC3E}">
        <p14:creationId xmlns:p14="http://schemas.microsoft.com/office/powerpoint/2010/main" val="159430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49FDE77-8A12-5925-E52E-C90A1F82CFDA}"/>
              </a:ext>
            </a:extLst>
          </p:cNvPr>
          <p:cNvSpPr txBox="1"/>
          <p:nvPr/>
        </p:nvSpPr>
        <p:spPr>
          <a:xfrm>
            <a:off x="0" y="159759"/>
            <a:ext cx="8714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 shown in Fig, water flows through a nozzle attached to the end of a laboratory sink faucet with a flowrate of 0.6 liters/s. The nozzle inlet and exit diameters are 16 and 5 mm, respectively, and the nozzle axis is vertical. The mass of the nozzle is 0.1 kg. The pressure at section (1) is 464 kPa.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C71DF-43FC-0414-3DA9-15B9E97E2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21" y="1438508"/>
            <a:ext cx="3513180" cy="50901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8E354C-9DDE-9210-39B9-6FA5969AE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333" y="1268233"/>
            <a:ext cx="3982006" cy="54300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18FA1A-F274-E512-891D-E56BB9234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339" y="1571780"/>
            <a:ext cx="4105848" cy="11050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BF540F-2F39-6C16-5EEA-09CCF87621B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59"/>
          <a:stretch/>
        </p:blipFill>
        <p:spPr>
          <a:xfrm>
            <a:off x="7986126" y="3033132"/>
            <a:ext cx="4205874" cy="175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21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4B845-0744-6882-4E1A-57496B920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9" y="1632857"/>
            <a:ext cx="3844179" cy="51366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ED0D11-65D6-A6E4-31FD-1DA53F6EA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678" y="1769113"/>
            <a:ext cx="3699105" cy="4956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A56E60-9D49-51AF-993E-656057576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857" y="569167"/>
            <a:ext cx="3979859" cy="60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83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Inertial Control Volume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7135C-1A3B-B8B6-B99E-F6B1FC7A79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91" r="9310"/>
          <a:stretch/>
        </p:blipFill>
        <p:spPr>
          <a:xfrm>
            <a:off x="363892" y="1562946"/>
            <a:ext cx="4170784" cy="1996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501A3B-A72D-1542-611D-2185885A2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552" y="1562946"/>
            <a:ext cx="6335367" cy="474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26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Inertial Control Volume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E4C8C-ADF6-6598-7B35-1D7FC3F94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8" y="373300"/>
            <a:ext cx="10082134" cy="922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FEEF41-A202-DC86-B2C9-D0AA1A2A8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328" y="2137298"/>
            <a:ext cx="6934801" cy="25834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A1E7A8-6041-DEDA-A0E5-99390598E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55" y="3771716"/>
            <a:ext cx="4610500" cy="24309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37315" y="3735975"/>
            <a:ext cx="49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</a:t>
            </a:r>
            <a:r>
              <a:rPr lang="en-US" baseline="-25000" dirty="0" err="1"/>
              <a:t>y</a:t>
            </a:r>
            <a:endParaRPr lang="en-IN" baseline="-25000" dirty="0"/>
          </a:p>
        </p:txBody>
      </p:sp>
    </p:spTree>
    <p:extLst>
      <p:ext uri="{BB962C8B-B14F-4D97-AF65-F5344CB8AC3E}">
        <p14:creationId xmlns:p14="http://schemas.microsoft.com/office/powerpoint/2010/main" val="332570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28CE4-AC95-E7F7-716B-2961D9EE2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Inertial Control Volume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0123C-EEA5-67E0-C886-E0143E1F0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2" y="373300"/>
            <a:ext cx="10028789" cy="922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1DDC92-75C8-02F5-2E7F-9DF1B3800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2" y="1649763"/>
            <a:ext cx="6896698" cy="28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1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4862</TotalTime>
  <Words>434</Words>
  <Application>Microsoft Office PowerPoint</Application>
  <PresentationFormat>Widescreen</PresentationFormat>
  <Paragraphs>54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Office Theme</vt:lpstr>
      <vt:lpstr>Custom Design</vt:lpstr>
      <vt:lpstr>CE 231 – FLUID MECHANICS Bernoulli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 231 – FLUID MECHANICS</dc:title>
  <dc:creator>Selva Balaji</dc:creator>
  <cp:lastModifiedBy>Siddharth Patel</cp:lastModifiedBy>
  <cp:revision>88</cp:revision>
  <dcterms:created xsi:type="dcterms:W3CDTF">2023-08-11T03:50:05Z</dcterms:created>
  <dcterms:modified xsi:type="dcterms:W3CDTF">2023-12-15T11:12:50Z</dcterms:modified>
</cp:coreProperties>
</file>