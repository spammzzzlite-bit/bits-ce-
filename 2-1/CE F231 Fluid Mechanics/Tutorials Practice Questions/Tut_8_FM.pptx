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72" r:id="rId5"/>
    <p:sldId id="26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cs typeface="+mn-cs"/>
              </a:rPr>
              <a:t>BITS </a:t>
            </a:r>
            <a:r>
              <a:rPr lang="en-US" sz="1100" dirty="0">
                <a:solidFill>
                  <a:srgbClr val="101141"/>
                </a:solidFill>
                <a:cs typeface="+mn-cs"/>
              </a:rPr>
              <a:t>Pilani, Deemed to be University under Section 3 of UGC Act, 1956</a:t>
            </a:r>
          </a:p>
        </p:txBody>
      </p:sp>
      <p:grpSp>
        <p:nvGrpSpPr>
          <p:cNvPr id="2" name="Group 7"/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2"/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grpSp>
        <p:nvGrpSpPr>
          <p:cNvPr id="10" name="Group 16"/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dirty="0" smtClean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B2661-EEB2-499E-8262-E15546ED1A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B945A-6D76-4D52-A371-9A9C50541876}" type="datetimeFigureOut">
              <a:rPr lang="en-US" smtClean="0"/>
              <a:pPr/>
              <a:t>9/22/2015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63D4C-E232-480F-BA92-58E5F4F2DB9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Problems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172200"/>
            <a:ext cx="2133600" cy="365125"/>
          </a:xfrm>
        </p:spPr>
        <p:txBody>
          <a:bodyPr/>
          <a:lstStyle/>
          <a:p>
            <a:pPr>
              <a:defRPr/>
            </a:pPr>
            <a:fld id="{9B85205A-59B9-4C29-966F-916CC004CFF0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7" name="Picture 6" descr="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828800"/>
            <a:ext cx="9144000" cy="2362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600200"/>
            <a:ext cx="8839200" cy="3962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524001"/>
            <a:ext cx="8686800" cy="4648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76400"/>
            <a:ext cx="8610600" cy="3124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76400"/>
            <a:ext cx="8534400" cy="37337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447800"/>
            <a:ext cx="8610600" cy="5029199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752600"/>
            <a:ext cx="8458200" cy="4114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524001"/>
            <a:ext cx="8229600" cy="4800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524000"/>
            <a:ext cx="8686800" cy="48006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76400"/>
            <a:ext cx="8610600" cy="2733014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00200"/>
            <a:ext cx="8229600" cy="449580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585772"/>
            <a:ext cx="8534400" cy="4815028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813719"/>
            <a:ext cx="8153399" cy="388620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676400"/>
            <a:ext cx="8458200" cy="44196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553200" y="5410200"/>
            <a:ext cx="76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766848"/>
            <a:ext cx="8534400" cy="4405352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1816560"/>
            <a:ext cx="8610600" cy="427944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29656" y="1493838"/>
            <a:ext cx="7579888" cy="4525962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7800"/>
            <a:ext cx="9144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124200"/>
            <a:ext cx="9144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47800"/>
            <a:ext cx="9143999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2400"/>
            <a:ext cx="91440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</Words>
  <Application>Microsoft Office PowerPoint</Application>
  <PresentationFormat>On-screen Show (4:3)</PresentationFormat>
  <Paragraphs>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Neha</cp:lastModifiedBy>
  <cp:revision>27</cp:revision>
  <dcterms:created xsi:type="dcterms:W3CDTF">2014-02-21T05:59:39Z</dcterms:created>
  <dcterms:modified xsi:type="dcterms:W3CDTF">2015-09-22T14:56:22Z</dcterms:modified>
</cp:coreProperties>
</file>