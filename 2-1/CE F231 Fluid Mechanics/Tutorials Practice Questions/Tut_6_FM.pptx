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72" r:id="rId5"/>
    <p:sldId id="262" r:id="rId6"/>
    <p:sldId id="273" r:id="rId7"/>
    <p:sldId id="274" r:id="rId8"/>
    <p:sldId id="275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+mn-cs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+mn-cs"/>
              </a:rPr>
              <a:t>Pilani, Deemed to be University under Section 3 of UGC Act, 1956</a:t>
            </a:r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0" name="Group 1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2661-EEB2-499E-8262-E15546ED1A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945A-6D76-4D52-A371-9A9C50541876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365125"/>
          </a:xfrm>
        </p:spPr>
        <p:txBody>
          <a:bodyPr/>
          <a:lstStyle/>
          <a:p>
            <a:pPr>
              <a:defRPr/>
            </a:pPr>
            <a:fld id="{9B85205A-59B9-4C29-966F-916CC004CFF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7" name="Content Placeholder 3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7848600" cy="1981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447800"/>
            <a:ext cx="8991600" cy="4648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752600"/>
            <a:ext cx="9144000" cy="4495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8763000" cy="5029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752600"/>
            <a:ext cx="8458200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447800"/>
            <a:ext cx="8991600" cy="3886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8763000" cy="4876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1752600"/>
            <a:ext cx="8915400" cy="4343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371600"/>
            <a:ext cx="8839200" cy="5029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</Words>
  <Application>Microsoft Office PowerPoint</Application>
  <PresentationFormat>On-screen Show (4:3)</PresentationFormat>
  <Paragraphs>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Neha</cp:lastModifiedBy>
  <cp:revision>21</cp:revision>
  <dcterms:created xsi:type="dcterms:W3CDTF">2014-02-21T05:59:39Z</dcterms:created>
  <dcterms:modified xsi:type="dcterms:W3CDTF">2015-09-08T13:48:28Z</dcterms:modified>
</cp:coreProperties>
</file>