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1" r:id="rId4"/>
    <p:sldId id="272" r:id="rId5"/>
    <p:sldId id="262" r:id="rId6"/>
    <p:sldId id="273" r:id="rId7"/>
    <p:sldId id="274" r:id="rId8"/>
    <p:sldId id="275" r:id="rId9"/>
    <p:sldId id="276" r:id="rId10"/>
    <p:sldId id="277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9/15/2015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9/15/2015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9/15/2015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9/15/2015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9/15/2015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9/15/2015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9/15/2015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9/15/2015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9/15/2015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9/15/2015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9/15/2015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cs typeface="+mn-cs"/>
              </a:rPr>
              <a:t>BITS </a:t>
            </a:r>
            <a:r>
              <a:rPr lang="en-US" sz="1100" dirty="0">
                <a:solidFill>
                  <a:srgbClr val="101141"/>
                </a:solidFill>
                <a:cs typeface="+mn-cs"/>
              </a:rPr>
              <a:t>Pilani, Deemed to be University under Section 3 of UGC Act, 1956</a:t>
            </a:r>
          </a:p>
        </p:txBody>
      </p:sp>
      <p:grpSp>
        <p:nvGrpSpPr>
          <p:cNvPr id="2" name="Group 7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2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grpSp>
        <p:nvGrpSpPr>
          <p:cNvPr id="10" name="Group 16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B2661-EEB2-499E-8262-E15546ED1A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B945A-6D76-4D52-A371-9A9C50541876}" type="datetimeFigureOut">
              <a:rPr lang="en-US" smtClean="0"/>
              <a:pPr/>
              <a:t>9/15/2015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Problems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172200"/>
            <a:ext cx="2133600" cy="365125"/>
          </a:xfrm>
        </p:spPr>
        <p:txBody>
          <a:bodyPr/>
          <a:lstStyle/>
          <a:p>
            <a:pPr>
              <a:defRPr/>
            </a:pPr>
            <a:fld id="{9B85205A-59B9-4C29-966F-916CC004CFF0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pic>
        <p:nvPicPr>
          <p:cNvPr id="5" name="Picture 4" descr="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1000" y="1524000"/>
            <a:ext cx="8763000" cy="2514600"/>
          </a:xfrm>
          <a:prstGeom prst="rect">
            <a:avLst/>
          </a:prstGeom>
        </p:spPr>
      </p:pic>
      <p:pic>
        <p:nvPicPr>
          <p:cNvPr id="1026" name="Picture 2" descr="C:\Users\user\Desktop\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4572000"/>
            <a:ext cx="6705600" cy="1447800"/>
          </a:xfrm>
          <a:prstGeom prst="rect">
            <a:avLst/>
          </a:prstGeom>
          <a:noFill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600200"/>
            <a:ext cx="8382000" cy="35814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752600"/>
            <a:ext cx="8229600" cy="3520691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2362200"/>
            <a:ext cx="8610600" cy="3962400"/>
          </a:xfrm>
        </p:spPr>
      </p:pic>
      <p:pic>
        <p:nvPicPr>
          <p:cNvPr id="3074" name="Picture 2" descr="C:\Users\user\Desktop\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1" y="1676400"/>
            <a:ext cx="4191000" cy="771525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3200400" y="2743200"/>
            <a:ext cx="56388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81000" y="1524000"/>
            <a:ext cx="8382000" cy="48006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905000"/>
            <a:ext cx="8229600" cy="3886200"/>
          </a:xfrm>
        </p:spPr>
      </p:pic>
      <p:sp>
        <p:nvSpPr>
          <p:cNvPr id="3" name="Rectangle 2"/>
          <p:cNvSpPr/>
          <p:nvPr/>
        </p:nvSpPr>
        <p:spPr>
          <a:xfrm>
            <a:off x="457200" y="2590800"/>
            <a:ext cx="8077200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10400" y="2209800"/>
            <a:ext cx="1524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3400" y="1828800"/>
            <a:ext cx="8229600" cy="22098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600200"/>
            <a:ext cx="8382000" cy="42672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71512" y="1689894"/>
            <a:ext cx="7496175" cy="413385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97359" y="1493838"/>
            <a:ext cx="6444482" cy="3078162"/>
          </a:xfrm>
        </p:spPr>
      </p:pic>
      <p:pic>
        <p:nvPicPr>
          <p:cNvPr id="2050" name="Picture 2" descr="C:\Users\user\Desktop\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09675" y="4572000"/>
            <a:ext cx="5876925" cy="17573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2</Words>
  <Application>Microsoft Office PowerPoint</Application>
  <PresentationFormat>On-screen Show (4:3)</PresentationFormat>
  <Paragraphs>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Neha</cp:lastModifiedBy>
  <cp:revision>24</cp:revision>
  <dcterms:created xsi:type="dcterms:W3CDTF">2014-02-21T05:59:39Z</dcterms:created>
  <dcterms:modified xsi:type="dcterms:W3CDTF">2015-09-15T13:46:24Z</dcterms:modified>
</cp:coreProperties>
</file>