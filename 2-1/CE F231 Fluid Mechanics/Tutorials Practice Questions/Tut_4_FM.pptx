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73" r:id="rId4"/>
    <p:sldId id="261" r:id="rId5"/>
    <p:sldId id="272" r:id="rId6"/>
    <p:sldId id="262" r:id="rId7"/>
    <p:sldId id="263" r:id="rId8"/>
    <p:sldId id="264" r:id="rId9"/>
    <p:sldId id="271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cs typeface="+mn-cs"/>
              </a:rPr>
              <a:t>BITS </a:t>
            </a:r>
            <a:r>
              <a:rPr lang="en-US" sz="1100" dirty="0">
                <a:solidFill>
                  <a:srgbClr val="101141"/>
                </a:solidFill>
                <a:cs typeface="+mn-cs"/>
              </a:rPr>
              <a:t>Pilani, Deemed to be University under Section 3 of UGC Act, 1956</a:t>
            </a:r>
          </a:p>
        </p:txBody>
      </p:sp>
      <p:grpSp>
        <p:nvGrpSpPr>
          <p:cNvPr id="2" name="Group 7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10" name="Group 16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B2661-EEB2-499E-8262-E15546ED1A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B945A-6D76-4D52-A371-9A9C50541876}" type="datetimeFigureOut">
              <a:rPr lang="en-US" smtClean="0"/>
              <a:pPr/>
              <a:t>8/25/2015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Problems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172200"/>
            <a:ext cx="2133600" cy="365125"/>
          </a:xfrm>
        </p:spPr>
        <p:txBody>
          <a:bodyPr/>
          <a:lstStyle/>
          <a:p>
            <a:pPr>
              <a:defRPr/>
            </a:pPr>
            <a:fld id="{9B85205A-59B9-4C29-966F-916CC004CFF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8" name="Content Placeholder 7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588442"/>
            <a:ext cx="8229600" cy="1459558"/>
          </a:xfrm>
        </p:spPr>
      </p:pic>
      <p:pic>
        <p:nvPicPr>
          <p:cNvPr id="1026" name="Picture 2" descr="C:\Users\user\Desktop\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971800"/>
            <a:ext cx="6650037" cy="3190875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600200"/>
            <a:ext cx="8305800" cy="914400"/>
          </a:xfrm>
        </p:spPr>
      </p:pic>
      <p:pic>
        <p:nvPicPr>
          <p:cNvPr id="2050" name="Picture 2" descr="C:\Users\user\Desktop\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743200"/>
            <a:ext cx="8382000" cy="2819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user\Desktop\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371600"/>
            <a:ext cx="8305800" cy="1143000"/>
          </a:xfrm>
          <a:prstGeom prst="rect">
            <a:avLst/>
          </a:prstGeom>
          <a:noFill/>
        </p:spPr>
      </p:pic>
      <p:pic>
        <p:nvPicPr>
          <p:cNvPr id="3075" name="Picture 3" descr="C:\Users\user\Desktop\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438" y="2438400"/>
            <a:ext cx="5287962" cy="1295400"/>
          </a:xfrm>
          <a:prstGeom prst="rect">
            <a:avLst/>
          </a:prstGeom>
          <a:noFill/>
        </p:spPr>
      </p:pic>
      <p:pic>
        <p:nvPicPr>
          <p:cNvPr id="3076" name="Picture 4" descr="C:\Users\user\Desktop\7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3810000"/>
            <a:ext cx="6477000" cy="1219200"/>
          </a:xfrm>
          <a:prstGeom prst="rect">
            <a:avLst/>
          </a:prstGeom>
          <a:noFill/>
        </p:spPr>
      </p:pic>
      <p:pic>
        <p:nvPicPr>
          <p:cNvPr id="3077" name="Picture 5" descr="C:\Users\user\Desktop\7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90600" y="5029200"/>
            <a:ext cx="8153400" cy="971550"/>
          </a:xfrm>
          <a:prstGeom prst="rect">
            <a:avLst/>
          </a:prstGeom>
          <a:noFill/>
        </p:spPr>
      </p:pic>
      <p:pic>
        <p:nvPicPr>
          <p:cNvPr id="3078" name="Picture 6" descr="C:\Users\user\Desktop\8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52600" y="5943600"/>
            <a:ext cx="5638801" cy="5334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9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371600"/>
            <a:ext cx="8229600" cy="1644630"/>
          </a:xfrm>
        </p:spPr>
      </p:pic>
      <p:pic>
        <p:nvPicPr>
          <p:cNvPr id="5" name="Picture 4" descr="1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2529408"/>
            <a:ext cx="8915400" cy="1661592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19200" y="4267200"/>
            <a:ext cx="7106706" cy="533496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8" name="Picture 7" descr="2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2400" y="5105400"/>
            <a:ext cx="8763000" cy="978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524000"/>
            <a:ext cx="8229600" cy="2500248"/>
          </a:xfrm>
        </p:spPr>
      </p:pic>
      <p:pic>
        <p:nvPicPr>
          <p:cNvPr id="7" name="Picture 6" descr="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4600" y="3657600"/>
            <a:ext cx="4429744" cy="2819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371600"/>
            <a:ext cx="8305800" cy="1676400"/>
          </a:xfrm>
        </p:spPr>
      </p:pic>
      <p:pic>
        <p:nvPicPr>
          <p:cNvPr id="6" name="Picture 5" descr="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3276600"/>
            <a:ext cx="8382000" cy="1524000"/>
          </a:xfrm>
          <a:prstGeom prst="rect">
            <a:avLst/>
          </a:prstGeom>
        </p:spPr>
      </p:pic>
      <p:pic>
        <p:nvPicPr>
          <p:cNvPr id="7" name="Picture 6" descr="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9600" y="4876800"/>
            <a:ext cx="8382000" cy="13993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360675"/>
            <a:ext cx="8229600" cy="3744725"/>
          </a:xfr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400" y="5105400"/>
            <a:ext cx="8915400" cy="147414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828800"/>
            <a:ext cx="7086600" cy="1771897"/>
          </a:xfrm>
          <a:ln>
            <a:solidFill>
              <a:srgbClr val="0070C0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4648200" y="3124200"/>
            <a:ext cx="15240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524000"/>
            <a:ext cx="8078328" cy="1810003"/>
          </a:xfr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38400" y="3429000"/>
            <a:ext cx="4272400" cy="2533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1828800"/>
            <a:ext cx="8229600" cy="367342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676400"/>
            <a:ext cx="9067800" cy="3429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1981200"/>
            <a:ext cx="8229600" cy="3352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</Words>
  <Application>Microsoft Office PowerPoint</Application>
  <PresentationFormat>On-screen Show (4:3)</PresentationFormat>
  <Paragraphs>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Neha</cp:lastModifiedBy>
  <cp:revision>14</cp:revision>
  <dcterms:created xsi:type="dcterms:W3CDTF">2014-02-21T05:59:39Z</dcterms:created>
  <dcterms:modified xsi:type="dcterms:W3CDTF">2015-08-25T16:02:15Z</dcterms:modified>
</cp:coreProperties>
</file>