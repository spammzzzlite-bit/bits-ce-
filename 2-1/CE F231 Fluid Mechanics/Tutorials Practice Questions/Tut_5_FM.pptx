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1" r:id="rId4"/>
    <p:sldId id="272" r:id="rId5"/>
    <p:sldId id="262" r:id="rId6"/>
    <p:sldId id="273" r:id="rId7"/>
    <p:sldId id="274" r:id="rId8"/>
    <p:sldId id="275" r:id="rId9"/>
    <p:sldId id="276" r:id="rId10"/>
    <p:sldId id="263" r:id="rId11"/>
    <p:sldId id="264" r:id="rId12"/>
    <p:sldId id="271" r:id="rId13"/>
    <p:sldId id="265" r:id="rId14"/>
    <p:sldId id="266" r:id="rId15"/>
    <p:sldId id="267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9/1/2015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9/1/2015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9/1/2015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9/1/2015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9/1/2015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9/1/2015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9/1/2015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9/1/2015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9/1/2015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9/1/2015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9/1/2015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cs typeface="+mn-cs"/>
              </a:rPr>
              <a:t>BITS </a:t>
            </a:r>
            <a:r>
              <a:rPr lang="en-US" sz="1100" dirty="0">
                <a:solidFill>
                  <a:srgbClr val="101141"/>
                </a:solidFill>
                <a:cs typeface="+mn-cs"/>
              </a:rPr>
              <a:t>Pilani, Deemed to be University under Section 3 of UGC Act, 1956</a:t>
            </a:r>
          </a:p>
        </p:txBody>
      </p:sp>
      <p:grpSp>
        <p:nvGrpSpPr>
          <p:cNvPr id="2" name="Group 7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2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grpSp>
        <p:nvGrpSpPr>
          <p:cNvPr id="10" name="Group 16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EB2661-EEB2-499E-8262-E15546ED1A0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BB945A-6D76-4D52-A371-9A9C50541876}" type="datetimeFigureOut">
              <a:rPr lang="en-US" smtClean="0"/>
              <a:pPr/>
              <a:t>9/1/2015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Problems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6172200"/>
            <a:ext cx="2133600" cy="365125"/>
          </a:xfrm>
        </p:spPr>
        <p:txBody>
          <a:bodyPr/>
          <a:lstStyle/>
          <a:p>
            <a:pPr>
              <a:defRPr/>
            </a:pPr>
            <a:fld id="{9B85205A-59B9-4C29-966F-916CC004CFF0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pic>
        <p:nvPicPr>
          <p:cNvPr id="9" name="Content Placeholder 8" descr="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914400" y="1524000"/>
            <a:ext cx="7315200" cy="3296110"/>
          </a:xfr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2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1371600"/>
            <a:ext cx="8145012" cy="2438741"/>
          </a:xfrm>
        </p:spPr>
      </p:pic>
      <p:pic>
        <p:nvPicPr>
          <p:cNvPr id="1026" name="Picture 2" descr="C:\Users\user\Desktop\3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00200" y="3733800"/>
            <a:ext cx="5486400" cy="1562100"/>
          </a:xfrm>
          <a:prstGeom prst="rect">
            <a:avLst/>
          </a:prstGeom>
          <a:noFill/>
        </p:spPr>
      </p:pic>
      <p:pic>
        <p:nvPicPr>
          <p:cNvPr id="1027" name="Picture 3" descr="C:\Users\user\Desktop\1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0" y="5029200"/>
            <a:ext cx="6078537" cy="1295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2400" y="1676400"/>
            <a:ext cx="8839200" cy="36576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4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19368" y="1493838"/>
            <a:ext cx="7800463" cy="452596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5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28600" y="1752600"/>
            <a:ext cx="8382000" cy="35814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6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28600" y="1524000"/>
            <a:ext cx="8915400" cy="42672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7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2400" y="1752600"/>
            <a:ext cx="8915400" cy="37338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8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2400" y="1752600"/>
            <a:ext cx="8839200" cy="41148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9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200400" y="1371600"/>
            <a:ext cx="5687219" cy="762000"/>
          </a:xfrm>
        </p:spPr>
      </p:pic>
      <p:pic>
        <p:nvPicPr>
          <p:cNvPr id="2050" name="Picture 2" descr="C:\Users\user\Desktop\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371600"/>
            <a:ext cx="3124200" cy="914400"/>
          </a:xfrm>
          <a:prstGeom prst="rect">
            <a:avLst/>
          </a:prstGeom>
          <a:noFill/>
        </p:spPr>
      </p:pic>
      <p:pic>
        <p:nvPicPr>
          <p:cNvPr id="2051" name="Picture 3" descr="C:\Users\user\Desktop\1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8600" y="2362200"/>
            <a:ext cx="8686800" cy="3581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1828800"/>
            <a:ext cx="8534400" cy="22098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33400" y="1828800"/>
            <a:ext cx="8077200" cy="17526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1524000"/>
            <a:ext cx="8534400" cy="1447800"/>
          </a:xfrm>
        </p:spPr>
      </p:pic>
      <p:pic>
        <p:nvPicPr>
          <p:cNvPr id="3074" name="Picture 2" descr="C:\Users\user\Desktop\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76400" y="2971800"/>
            <a:ext cx="5849937" cy="35623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2400" y="1676400"/>
            <a:ext cx="8534400" cy="1676400"/>
          </a:xfrm>
        </p:spPr>
      </p:pic>
      <p:pic>
        <p:nvPicPr>
          <p:cNvPr id="4099" name="Picture 3" descr="C:\Users\user\Desktop\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3733800"/>
            <a:ext cx="6858000" cy="24765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28600" y="2209800"/>
            <a:ext cx="8763000" cy="25146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2400" y="1981200"/>
            <a:ext cx="8991600" cy="34290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2</Words>
  <Application>Microsoft Office PowerPoint</Application>
  <PresentationFormat>On-screen Show (4:3)</PresentationFormat>
  <Paragraphs>2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Neha</cp:lastModifiedBy>
  <cp:revision>17</cp:revision>
  <dcterms:created xsi:type="dcterms:W3CDTF">2014-02-21T05:59:39Z</dcterms:created>
  <dcterms:modified xsi:type="dcterms:W3CDTF">2015-09-01T14:58:47Z</dcterms:modified>
</cp:coreProperties>
</file>